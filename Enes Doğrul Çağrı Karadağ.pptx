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5.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6.xml" ContentType="application/vnd.openxmlformats-officedocument.theme+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 id="2147483687" r:id="rId4"/>
    <p:sldMasterId id="2147483700" r:id="rId5"/>
    <p:sldMasterId id="2147483713" r:id="rId6"/>
    <p:sldMasterId id="2147483726" r:id="rId7"/>
  </p:sldMasterIdLst>
  <p:notesMasterIdLst>
    <p:notesMasterId r:id="rId13"/>
  </p:notesMasterIdLst>
  <p:sldIdLst>
    <p:sldId id="256" r:id="rId8"/>
    <p:sldId id="257" r:id="rId9"/>
    <p:sldId id="258" r:id="rId10"/>
    <p:sldId id="259" r:id="rId11"/>
    <p:sldId id="261" r:id="rId12"/>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66" d="100"/>
          <a:sy n="66" d="100"/>
        </p:scale>
        <p:origin x="1301" y="36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notesMaster" Target="notesMasters/notesMaster1.xml"/><Relationship Id="rId3" Type="http://schemas.openxmlformats.org/officeDocument/2006/relationships/slideMaster" Target="slideMasters/slideMaster3.xml"/><Relationship Id="rId7" Type="http://schemas.openxmlformats.org/officeDocument/2006/relationships/slideMaster" Target="slideMasters/slideMaster7.xml"/><Relationship Id="rId12" Type="http://schemas.openxmlformats.org/officeDocument/2006/relationships/slide" Target="slides/slide5.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5" Type="http://schemas.openxmlformats.org/officeDocument/2006/relationships/slideMaster" Target="slideMasters/slideMaster5.xml"/><Relationship Id="rId15" Type="http://schemas.openxmlformats.org/officeDocument/2006/relationships/viewProps" Target="viewProps.xml"/><Relationship Id="rId10" Type="http://schemas.openxmlformats.org/officeDocument/2006/relationships/slide" Target="slides/slide3.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89" name="PlaceHolder 1"/>
          <p:cNvSpPr>
            <a:spLocks noGrp="1" noRot="1" noChangeAspect="1"/>
          </p:cNvSpPr>
          <p:nvPr>
            <p:ph type="sldImg"/>
          </p:nvPr>
        </p:nvSpPr>
        <p:spPr>
          <a:xfrm>
            <a:off x="533520" y="764280"/>
            <a:ext cx="6704640" cy="3771360"/>
          </a:xfrm>
          <a:prstGeom prst="rect">
            <a:avLst/>
          </a:prstGeom>
          <a:noFill/>
          <a:ln w="0">
            <a:noFill/>
          </a:ln>
        </p:spPr>
        <p:txBody>
          <a:bodyPr lIns="0" tIns="0" rIns="0" bIns="0" anchor="ctr">
            <a:noAutofit/>
          </a:bodyPr>
          <a:lstStyle/>
          <a:p>
            <a:pPr algn="ctr">
              <a:buNone/>
            </a:pPr>
            <a:r>
              <a:rPr lang="en-US" sz="4400" b="0" strike="noStrike" spc="-1">
                <a:latin typeface="Arial"/>
              </a:rPr>
              <a:t>Click to move the slide</a:t>
            </a:r>
          </a:p>
        </p:txBody>
      </p:sp>
      <p:sp>
        <p:nvSpPr>
          <p:cNvPr id="390"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r>
              <a:rPr lang="en-US" sz="2000" b="0" strike="noStrike" spc="-1">
                <a:latin typeface="Arial"/>
              </a:rPr>
              <a:t>Click to edit the notes format</a:t>
            </a:r>
          </a:p>
        </p:txBody>
      </p:sp>
      <p:sp>
        <p:nvSpPr>
          <p:cNvPr id="391" name="PlaceHolder 3"/>
          <p:cNvSpPr>
            <a:spLocks noGrp="1"/>
          </p:cNvSpPr>
          <p:nvPr>
            <p:ph type="hdr"/>
          </p:nvPr>
        </p:nvSpPr>
        <p:spPr>
          <a:xfrm>
            <a:off x="0" y="0"/>
            <a:ext cx="3372840" cy="502560"/>
          </a:xfrm>
          <a:prstGeom prst="rect">
            <a:avLst/>
          </a:prstGeom>
          <a:noFill/>
          <a:ln w="0">
            <a:noFill/>
          </a:ln>
        </p:spPr>
        <p:txBody>
          <a:bodyPr lIns="0" tIns="0" rIns="0" bIns="0" anchor="t">
            <a:noAutofit/>
          </a:bodyPr>
          <a:lstStyle/>
          <a:p>
            <a:r>
              <a:rPr lang="en-US" sz="1400" b="0" strike="noStrike" spc="-1">
                <a:latin typeface="Times New Roman"/>
              </a:rPr>
              <a:t>&lt;header&gt;</a:t>
            </a:r>
          </a:p>
        </p:txBody>
      </p:sp>
      <p:sp>
        <p:nvSpPr>
          <p:cNvPr id="392"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algn="r">
              <a:buNone/>
              <a:defRPr lang="en-US" sz="1400" b="0" strike="noStrike" spc="-1">
                <a:latin typeface="Times New Roman"/>
              </a:defRPr>
            </a:lvl1pPr>
          </a:lstStyle>
          <a:p>
            <a:pPr algn="r">
              <a:buNone/>
            </a:pPr>
            <a:r>
              <a:rPr lang="en-US" sz="1400" b="0" strike="noStrike" spc="-1">
                <a:latin typeface="Times New Roman"/>
              </a:rPr>
              <a:t>&lt;date/time&gt;</a:t>
            </a:r>
          </a:p>
        </p:txBody>
      </p:sp>
      <p:sp>
        <p:nvSpPr>
          <p:cNvPr id="393"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a:defRPr lang="en-US" sz="1400" b="0" strike="noStrike" spc="-1">
                <a:latin typeface="Times New Roman"/>
              </a:defRPr>
            </a:lvl1pPr>
          </a:lstStyle>
          <a:p>
            <a:r>
              <a:rPr lang="en-US" sz="1400" b="0" strike="noStrike" spc="-1">
                <a:latin typeface="Times New Roman"/>
              </a:rPr>
              <a:t>&lt;footer&gt;</a:t>
            </a:r>
          </a:p>
        </p:txBody>
      </p:sp>
      <p:sp>
        <p:nvSpPr>
          <p:cNvPr id="394"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algn="r">
              <a:buNone/>
              <a:defRPr lang="en-US" sz="1400" b="0" strike="noStrike" spc="-1">
                <a:latin typeface="Times New Roman"/>
              </a:defRPr>
            </a:lvl1pPr>
          </a:lstStyle>
          <a:p>
            <a:pPr algn="r">
              <a:buNone/>
            </a:pPr>
            <a:fld id="{1F9A5744-0106-4350-9C03-656DF2EB7523}" type="slidenum">
              <a:rPr lang="en-US" sz="1400" b="0" strike="noStrike" spc="-1">
                <a:latin typeface="Times New Roman"/>
              </a:rPr>
              <a:t>‹#›</a:t>
            </a:fld>
            <a:endParaRPr lang="en-US" sz="1400" b="0" strike="noStrike" spc="-1">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 name="PlaceHolder 1"/>
          <p:cNvSpPr>
            <a:spLocks noGrp="1" noRot="1" noChangeAspect="1"/>
          </p:cNvSpPr>
          <p:nvPr>
            <p:ph type="sldImg"/>
          </p:nvPr>
        </p:nvSpPr>
        <p:spPr>
          <a:xfrm>
            <a:off x="687388" y="1143000"/>
            <a:ext cx="5478462" cy="3081338"/>
          </a:xfrm>
          <a:prstGeom prst="rect">
            <a:avLst/>
          </a:prstGeom>
          <a:ln w="0">
            <a:noFill/>
          </a:ln>
        </p:spPr>
      </p:sp>
      <p:sp>
        <p:nvSpPr>
          <p:cNvPr id="419" name="PlaceHolder 2"/>
          <p:cNvSpPr>
            <a:spLocks noGrp="1"/>
          </p:cNvSpPr>
          <p:nvPr>
            <p:ph type="body"/>
          </p:nvPr>
        </p:nvSpPr>
        <p:spPr>
          <a:xfrm>
            <a:off x="685800" y="4400640"/>
            <a:ext cx="5481360" cy="3595320"/>
          </a:xfrm>
          <a:prstGeom prst="rect">
            <a:avLst/>
          </a:prstGeom>
          <a:noFill/>
          <a:ln w="0">
            <a:noFill/>
          </a:ln>
        </p:spPr>
        <p:txBody>
          <a:bodyPr lIns="0" tIns="0" rIns="0" bIns="0" anchor="t">
            <a:noAutofit/>
          </a:bodyPr>
          <a:lstStyle/>
          <a:p>
            <a:endParaRPr lang="en-US" sz="2000" b="0" strike="noStrike" spc="-1">
              <a:latin typeface="Arial"/>
            </a:endParaRPr>
          </a:p>
        </p:txBody>
      </p:sp>
      <p:sp>
        <p:nvSpPr>
          <p:cNvPr id="420" name="CustomShape 3"/>
          <p:cNvSpPr/>
          <p:nvPr/>
        </p:nvSpPr>
        <p:spPr>
          <a:xfrm>
            <a:off x="0" y="0"/>
            <a:ext cx="6852960" cy="45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tr-TR" sz="900" b="1" strike="noStrike" spc="-1">
                <a:solidFill>
                  <a:srgbClr val="BFBFBF"/>
                </a:solidFill>
                <a:latin typeface="Arial"/>
                <a:ea typeface="+mn-ea"/>
              </a:rPr>
              <a:t>HAVELSAN ÖZEL</a:t>
            </a:r>
            <a:endParaRPr lang="en-US" sz="900" b="0" strike="noStrike" spc="-1">
              <a:latin typeface="Arial"/>
            </a:endParaRPr>
          </a:p>
          <a:p>
            <a:pPr algn="r">
              <a:lnSpc>
                <a:spcPct val="100000"/>
              </a:lnSpc>
              <a:buNone/>
            </a:pPr>
            <a:r>
              <a:rPr lang="tr-TR" sz="1200" b="0" strike="noStrike" spc="-1">
                <a:solidFill>
                  <a:srgbClr val="000000"/>
                </a:solidFill>
                <a:latin typeface="Times New Roman"/>
                <a:ea typeface="+mn-ea"/>
              </a:rPr>
              <a:t> </a:t>
            </a:r>
            <a:endParaRPr lang="en-US" sz="1200" b="0" strike="noStrike" spc="-1">
              <a:latin typeface="Arial"/>
            </a:endParaRPr>
          </a:p>
        </p:txBody>
      </p:sp>
      <p:sp>
        <p:nvSpPr>
          <p:cNvPr id="421" name="CustomShape 4"/>
          <p:cNvSpPr/>
          <p:nvPr/>
        </p:nvSpPr>
        <p:spPr>
          <a:xfrm>
            <a:off x="0" y="8685360"/>
            <a:ext cx="6852960" cy="45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nSpc>
                <a:spcPct val="100000"/>
              </a:lnSpc>
              <a:buNone/>
            </a:pPr>
            <a:r>
              <a:rPr lang="tr-TR" sz="900" b="1" strike="noStrike" spc="-1">
                <a:solidFill>
                  <a:srgbClr val="BFBFBF"/>
                </a:solidFill>
                <a:latin typeface="Arial"/>
                <a:ea typeface="+mn-ea"/>
              </a:rPr>
              <a:t>HAVELSAN ÖZEL</a:t>
            </a:r>
            <a:endParaRPr lang="en-US" sz="900" b="0" strike="noStrike" spc="-1">
              <a:latin typeface="Arial"/>
            </a:endParaRPr>
          </a:p>
          <a:p>
            <a:pPr algn="r">
              <a:lnSpc>
                <a:spcPct val="100000"/>
              </a:lnSpc>
              <a:buNone/>
            </a:pPr>
            <a:r>
              <a:rPr lang="tr-TR" sz="1200" b="0" strike="noStrike" spc="-1">
                <a:solidFill>
                  <a:srgbClr val="000000"/>
                </a:solidFill>
                <a:latin typeface="Times New Roman"/>
                <a:ea typeface="+mn-ea"/>
              </a:rPr>
              <a:t> </a:t>
            </a:r>
            <a:endParaRPr lang="en-US" sz="1200" b="0" strike="noStrike" spc="-1">
              <a:latin typeface="Arial"/>
            </a:endParaRPr>
          </a:p>
        </p:txBody>
      </p:sp>
      <p:sp>
        <p:nvSpPr>
          <p:cNvPr id="422" name="CustomShape 5"/>
          <p:cNvSpPr/>
          <p:nvPr/>
        </p:nvSpPr>
        <p:spPr>
          <a:xfrm>
            <a:off x="3884760" y="8685360"/>
            <a:ext cx="2966760" cy="45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buNone/>
            </a:pPr>
            <a:fld id="{D1A80B7A-5842-47D2-B863-2D20AE7A2FC5}" type="slidenum">
              <a:rPr lang="tr-TR" sz="1200" b="0" strike="noStrike" spc="-1">
                <a:solidFill>
                  <a:srgbClr val="000000"/>
                </a:solidFill>
                <a:latin typeface="+mn-lt"/>
                <a:ea typeface="+mn-ea"/>
              </a:rPr>
              <a:t>1</a:t>
            </a:fld>
            <a:endParaRPr lang="en-US" sz="1200" b="0" strike="noStrike" spc="-1">
              <a:latin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3" name="PlaceHolder 1"/>
          <p:cNvSpPr>
            <a:spLocks noGrp="1" noRot="1" noChangeAspect="1"/>
          </p:cNvSpPr>
          <p:nvPr>
            <p:ph type="sldImg"/>
          </p:nvPr>
        </p:nvSpPr>
        <p:spPr>
          <a:xfrm>
            <a:off x="687388" y="1143000"/>
            <a:ext cx="5478462" cy="3081338"/>
          </a:xfrm>
          <a:prstGeom prst="rect">
            <a:avLst/>
          </a:prstGeom>
          <a:ln w="0">
            <a:noFill/>
          </a:ln>
        </p:spPr>
      </p:sp>
      <p:sp>
        <p:nvSpPr>
          <p:cNvPr id="424" name="PlaceHolder 2"/>
          <p:cNvSpPr>
            <a:spLocks noGrp="1"/>
          </p:cNvSpPr>
          <p:nvPr>
            <p:ph type="body"/>
          </p:nvPr>
        </p:nvSpPr>
        <p:spPr>
          <a:xfrm>
            <a:off x="685800" y="4400640"/>
            <a:ext cx="5481360" cy="3595320"/>
          </a:xfrm>
          <a:prstGeom prst="rect">
            <a:avLst/>
          </a:prstGeom>
          <a:noFill/>
          <a:ln w="0">
            <a:noFill/>
          </a:ln>
        </p:spPr>
        <p:txBody>
          <a:bodyPr lIns="0" tIns="0" rIns="0" bIns="0" anchor="t">
            <a:noAutofit/>
          </a:bodyPr>
          <a:lstStyle/>
          <a:p>
            <a:endParaRPr lang="en-US" sz="2000" b="0" strike="noStrike" spc="-1">
              <a:latin typeface="Arial"/>
            </a:endParaRPr>
          </a:p>
        </p:txBody>
      </p:sp>
      <p:sp>
        <p:nvSpPr>
          <p:cNvPr id="425" name="CustomShape 3"/>
          <p:cNvSpPr/>
          <p:nvPr/>
        </p:nvSpPr>
        <p:spPr>
          <a:xfrm>
            <a:off x="0" y="0"/>
            <a:ext cx="6852960" cy="45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900" b="1" strike="noStrike" spc="-1">
                <a:solidFill>
                  <a:srgbClr val="BFBFBF"/>
                </a:solidFill>
                <a:latin typeface="Arial"/>
                <a:ea typeface="+mn-ea"/>
              </a:rPr>
              <a:t>HAVELSAN ÖZEL</a:t>
            </a:r>
            <a:endParaRPr lang="en-US" sz="900" b="0" strike="noStrike" spc="-1">
              <a:latin typeface="Arial"/>
            </a:endParaRPr>
          </a:p>
          <a:p>
            <a:pPr algn="r">
              <a:lnSpc>
                <a:spcPct val="100000"/>
              </a:lnSpc>
              <a:buNone/>
            </a:pPr>
            <a:r>
              <a:rPr lang="en-US" sz="1200" b="0" strike="noStrike" spc="-1">
                <a:solidFill>
                  <a:srgbClr val="000000"/>
                </a:solidFill>
                <a:latin typeface="Times New Roman"/>
                <a:ea typeface="+mn-ea"/>
              </a:rPr>
              <a:t> </a:t>
            </a:r>
            <a:endParaRPr lang="en-US" sz="1200" b="0" strike="noStrike" spc="-1">
              <a:latin typeface="Arial"/>
            </a:endParaRPr>
          </a:p>
        </p:txBody>
      </p:sp>
      <p:sp>
        <p:nvSpPr>
          <p:cNvPr id="426" name="CustomShape 4"/>
          <p:cNvSpPr/>
          <p:nvPr/>
        </p:nvSpPr>
        <p:spPr>
          <a:xfrm>
            <a:off x="0" y="8685360"/>
            <a:ext cx="6852960" cy="45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nSpc>
                <a:spcPct val="100000"/>
              </a:lnSpc>
              <a:buNone/>
            </a:pPr>
            <a:r>
              <a:rPr lang="en-US" sz="900" b="1" strike="noStrike" spc="-1">
                <a:solidFill>
                  <a:srgbClr val="BFBFBF"/>
                </a:solidFill>
                <a:latin typeface="Arial"/>
                <a:ea typeface="+mn-ea"/>
              </a:rPr>
              <a:t>HAVELSAN ÖZEL</a:t>
            </a:r>
            <a:endParaRPr lang="en-US" sz="900" b="0" strike="noStrike" spc="-1">
              <a:latin typeface="Arial"/>
            </a:endParaRPr>
          </a:p>
          <a:p>
            <a:pPr algn="r">
              <a:lnSpc>
                <a:spcPct val="100000"/>
              </a:lnSpc>
              <a:buNone/>
            </a:pPr>
            <a:r>
              <a:rPr lang="en-US" sz="1200" b="0" strike="noStrike" spc="-1">
                <a:solidFill>
                  <a:srgbClr val="000000"/>
                </a:solidFill>
                <a:latin typeface="Times New Roman"/>
                <a:ea typeface="+mn-ea"/>
              </a:rPr>
              <a:t> </a:t>
            </a:r>
            <a:endParaRPr lang="en-US" sz="1200" b="0" strike="noStrike" spc="-1">
              <a:latin typeface="Arial"/>
            </a:endParaRPr>
          </a:p>
        </p:txBody>
      </p:sp>
      <p:sp>
        <p:nvSpPr>
          <p:cNvPr id="427" name="CustomShape 5"/>
          <p:cNvSpPr/>
          <p:nvPr/>
        </p:nvSpPr>
        <p:spPr>
          <a:xfrm>
            <a:off x="3884760" y="8685360"/>
            <a:ext cx="2966760" cy="45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buNone/>
            </a:pPr>
            <a:fld id="{851C7A2E-9841-48D6-8423-C147134E44A1}" type="slidenum">
              <a:rPr lang="tr-TR" sz="1200" b="0" strike="noStrike" spc="-1">
                <a:solidFill>
                  <a:srgbClr val="000000"/>
                </a:solidFill>
                <a:latin typeface="+mn-lt"/>
                <a:ea typeface="+mn-ea"/>
              </a:rPr>
              <a:t>2</a:t>
            </a:fld>
            <a:endParaRPr lang="en-US" sz="1200" b="0" strike="noStrike" spc="-1">
              <a:latin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a:xfrm>
            <a:off x="533400" y="763588"/>
            <a:ext cx="6704013" cy="3771900"/>
          </a:xfrm>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idx="3"/>
          </p:nvPr>
        </p:nvSpPr>
        <p:spPr/>
        <p:txBody>
          <a:bodyPr/>
          <a:lstStyle/>
          <a:p>
            <a:pPr algn="r">
              <a:buNone/>
            </a:pPr>
            <a:fld id="{1F9A5744-0106-4350-9C03-656DF2EB7523}" type="slidenum">
              <a:rPr lang="en-US" sz="1400" b="0" strike="noStrike" spc="-1" smtClean="0">
                <a:latin typeface="Times New Roman"/>
              </a:rPr>
              <a:t>3</a:t>
            </a:fld>
            <a:endParaRPr lang="en-US" sz="1400" b="0" strike="noStrike" spc="-1">
              <a:latin typeface="Times New Roman"/>
            </a:endParaRPr>
          </a:p>
        </p:txBody>
      </p:sp>
    </p:spTree>
    <p:extLst>
      <p:ext uri="{BB962C8B-B14F-4D97-AF65-F5344CB8AC3E}">
        <p14:creationId xmlns:p14="http://schemas.microsoft.com/office/powerpoint/2010/main" val="7588450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8" name="PlaceHolder 1"/>
          <p:cNvSpPr>
            <a:spLocks noGrp="1" noRot="1" noChangeAspect="1"/>
          </p:cNvSpPr>
          <p:nvPr>
            <p:ph type="sldImg"/>
          </p:nvPr>
        </p:nvSpPr>
        <p:spPr>
          <a:xfrm>
            <a:off x="687388" y="1143000"/>
            <a:ext cx="5480050" cy="3082925"/>
          </a:xfrm>
          <a:prstGeom prst="rect">
            <a:avLst/>
          </a:prstGeom>
          <a:ln w="0">
            <a:noFill/>
          </a:ln>
        </p:spPr>
      </p:sp>
      <p:sp>
        <p:nvSpPr>
          <p:cNvPr id="429" name="PlaceHolder 2"/>
          <p:cNvSpPr>
            <a:spLocks noGrp="1"/>
          </p:cNvSpPr>
          <p:nvPr>
            <p:ph type="body"/>
          </p:nvPr>
        </p:nvSpPr>
        <p:spPr>
          <a:xfrm>
            <a:off x="685800" y="4400640"/>
            <a:ext cx="5481360" cy="3595320"/>
          </a:xfrm>
          <a:prstGeom prst="rect">
            <a:avLst/>
          </a:prstGeom>
          <a:noFill/>
          <a:ln w="0">
            <a:noFill/>
          </a:ln>
        </p:spPr>
        <p:txBody>
          <a:bodyPr lIns="0" tIns="0" rIns="0" bIns="0" anchor="t">
            <a:noAutofit/>
          </a:bodyPr>
          <a:lstStyle/>
          <a:p>
            <a:endParaRPr lang="en-US" sz="2000" b="0" strike="noStrike" spc="-1">
              <a:latin typeface="Arial"/>
            </a:endParaRPr>
          </a:p>
        </p:txBody>
      </p:sp>
      <p:sp>
        <p:nvSpPr>
          <p:cNvPr id="430" name="CustomShape 3"/>
          <p:cNvSpPr/>
          <p:nvPr/>
        </p:nvSpPr>
        <p:spPr>
          <a:xfrm>
            <a:off x="0" y="0"/>
            <a:ext cx="6852960" cy="45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buNone/>
            </a:pPr>
            <a:r>
              <a:rPr lang="en-US" sz="900" b="1" strike="noStrike" spc="-1">
                <a:solidFill>
                  <a:srgbClr val="BFBFBF"/>
                </a:solidFill>
                <a:latin typeface="Arial"/>
                <a:ea typeface="+mn-ea"/>
              </a:rPr>
              <a:t>HAVELSAN ÖZEL</a:t>
            </a:r>
            <a:endParaRPr lang="en-US" sz="900" b="0" strike="noStrike" spc="-1">
              <a:latin typeface="Arial"/>
            </a:endParaRPr>
          </a:p>
          <a:p>
            <a:pPr algn="r">
              <a:lnSpc>
                <a:spcPct val="100000"/>
              </a:lnSpc>
              <a:buNone/>
            </a:pPr>
            <a:r>
              <a:rPr lang="en-US" sz="1200" b="0" strike="noStrike" spc="-1">
                <a:solidFill>
                  <a:srgbClr val="000000"/>
                </a:solidFill>
                <a:latin typeface="Times New Roman"/>
                <a:ea typeface="+mn-ea"/>
              </a:rPr>
              <a:t> </a:t>
            </a:r>
            <a:endParaRPr lang="en-US" sz="1200" b="0" strike="noStrike" spc="-1">
              <a:latin typeface="Arial"/>
            </a:endParaRPr>
          </a:p>
        </p:txBody>
      </p:sp>
      <p:sp>
        <p:nvSpPr>
          <p:cNvPr id="431" name="CustomShape 4"/>
          <p:cNvSpPr/>
          <p:nvPr/>
        </p:nvSpPr>
        <p:spPr>
          <a:xfrm>
            <a:off x="0" y="8685360"/>
            <a:ext cx="6852960" cy="45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nSpc>
                <a:spcPct val="100000"/>
              </a:lnSpc>
              <a:buNone/>
            </a:pPr>
            <a:r>
              <a:rPr lang="en-US" sz="900" b="1" strike="noStrike" spc="-1">
                <a:solidFill>
                  <a:srgbClr val="BFBFBF"/>
                </a:solidFill>
                <a:latin typeface="Arial"/>
                <a:ea typeface="+mn-ea"/>
              </a:rPr>
              <a:t>HAVELSAN ÖZEL</a:t>
            </a:r>
            <a:endParaRPr lang="en-US" sz="900" b="0" strike="noStrike" spc="-1">
              <a:latin typeface="Arial"/>
            </a:endParaRPr>
          </a:p>
          <a:p>
            <a:pPr algn="r">
              <a:lnSpc>
                <a:spcPct val="100000"/>
              </a:lnSpc>
              <a:buNone/>
            </a:pPr>
            <a:r>
              <a:rPr lang="en-US" sz="1200" b="0" strike="noStrike" spc="-1">
                <a:solidFill>
                  <a:srgbClr val="000000"/>
                </a:solidFill>
                <a:latin typeface="Times New Roman"/>
                <a:ea typeface="+mn-ea"/>
              </a:rPr>
              <a:t> </a:t>
            </a:r>
            <a:endParaRPr lang="en-US" sz="1200" b="0" strike="noStrike" spc="-1">
              <a:latin typeface="Arial"/>
            </a:endParaRPr>
          </a:p>
        </p:txBody>
      </p:sp>
      <p:sp>
        <p:nvSpPr>
          <p:cNvPr id="432" name="CustomShape 5"/>
          <p:cNvSpPr/>
          <p:nvPr/>
        </p:nvSpPr>
        <p:spPr>
          <a:xfrm>
            <a:off x="3884760" y="8685360"/>
            <a:ext cx="2966760" cy="45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buNone/>
            </a:pPr>
            <a:fld id="{58A1530E-7062-4003-9917-F0FC8322B8DF}" type="slidenum">
              <a:rPr lang="tr-TR" sz="1200" b="0" strike="noStrike" spc="-1">
                <a:solidFill>
                  <a:srgbClr val="000000"/>
                </a:solidFill>
                <a:latin typeface="+mn-lt"/>
                <a:ea typeface="+mn-ea"/>
              </a:rPr>
              <a:t>5</a:t>
            </a:fld>
            <a:endParaRPr lang="en-US" sz="1200" b="0" strike="noStrike" spc="-1">
              <a:latin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3"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4"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6"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8"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9"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1" name="PlaceHolder 1"/>
          <p:cNvSpPr>
            <a:spLocks noGrp="1"/>
          </p:cNvSpPr>
          <p:nvPr>
            <p:ph type="subTitle"/>
          </p:nvPr>
        </p:nvSpPr>
        <p:spPr>
          <a:xfrm>
            <a:off x="609480" y="273600"/>
            <a:ext cx="10972440" cy="530784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3"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4"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5"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7"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8"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9" name="PlaceHolder 4"/>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31"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2"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3" name="PlaceHolder 4"/>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35" name="PlaceHolder 2"/>
          <p:cNvSpPr>
            <a:spLocks noGrp="1"/>
          </p:cNvSpPr>
          <p:nvPr>
            <p:ph/>
          </p:nvPr>
        </p:nvSpPr>
        <p:spPr>
          <a:xfrm>
            <a:off x="609480" y="160452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6" name="PlaceHolder 3"/>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38"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9"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40"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41" name="PlaceHolder 5"/>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43" name="PlaceHolder 2"/>
          <p:cNvSpPr>
            <a:spLocks noGrp="1"/>
          </p:cNvSpPr>
          <p:nvPr>
            <p:ph/>
          </p:nvPr>
        </p:nvSpPr>
        <p:spPr>
          <a:xfrm>
            <a:off x="60948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44" name="PlaceHolder 3"/>
          <p:cNvSpPr>
            <a:spLocks noGrp="1"/>
          </p:cNvSpPr>
          <p:nvPr>
            <p:ph/>
          </p:nvPr>
        </p:nvSpPr>
        <p:spPr>
          <a:xfrm>
            <a:off x="431964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45" name="PlaceHolder 4"/>
          <p:cNvSpPr>
            <a:spLocks noGrp="1"/>
          </p:cNvSpPr>
          <p:nvPr>
            <p:ph/>
          </p:nvPr>
        </p:nvSpPr>
        <p:spPr>
          <a:xfrm>
            <a:off x="802980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46" name="PlaceHolder 5"/>
          <p:cNvSpPr>
            <a:spLocks noGrp="1"/>
          </p:cNvSpPr>
          <p:nvPr>
            <p:ph/>
          </p:nvPr>
        </p:nvSpPr>
        <p:spPr>
          <a:xfrm>
            <a:off x="60948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47" name="PlaceHolder 6"/>
          <p:cNvSpPr>
            <a:spLocks noGrp="1"/>
          </p:cNvSpPr>
          <p:nvPr>
            <p:ph/>
          </p:nvPr>
        </p:nvSpPr>
        <p:spPr>
          <a:xfrm>
            <a:off x="431964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48" name="PlaceHolder 7"/>
          <p:cNvSpPr>
            <a:spLocks noGrp="1"/>
          </p:cNvSpPr>
          <p:nvPr>
            <p:ph/>
          </p:nvPr>
        </p:nvSpPr>
        <p:spPr>
          <a:xfrm>
            <a:off x="802980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3"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54"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56"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58"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59"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61" name="PlaceHolder 1"/>
          <p:cNvSpPr>
            <a:spLocks noGrp="1"/>
          </p:cNvSpPr>
          <p:nvPr>
            <p:ph type="subTitle"/>
          </p:nvPr>
        </p:nvSpPr>
        <p:spPr>
          <a:xfrm>
            <a:off x="609480" y="273600"/>
            <a:ext cx="10972440" cy="530784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63"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4"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5"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67"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8"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9" name="PlaceHolder 4"/>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71"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2"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3" name="PlaceHolder 4"/>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7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75" name="PlaceHolder 2"/>
          <p:cNvSpPr>
            <a:spLocks noGrp="1"/>
          </p:cNvSpPr>
          <p:nvPr>
            <p:ph/>
          </p:nvPr>
        </p:nvSpPr>
        <p:spPr>
          <a:xfrm>
            <a:off x="609480" y="160452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6" name="PlaceHolder 3"/>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78"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9"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80"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81" name="PlaceHolder 5"/>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8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83" name="PlaceHolder 2"/>
          <p:cNvSpPr>
            <a:spLocks noGrp="1"/>
          </p:cNvSpPr>
          <p:nvPr>
            <p:ph/>
          </p:nvPr>
        </p:nvSpPr>
        <p:spPr>
          <a:xfrm>
            <a:off x="60948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84" name="PlaceHolder 3"/>
          <p:cNvSpPr>
            <a:spLocks noGrp="1"/>
          </p:cNvSpPr>
          <p:nvPr>
            <p:ph/>
          </p:nvPr>
        </p:nvSpPr>
        <p:spPr>
          <a:xfrm>
            <a:off x="431964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85" name="PlaceHolder 4"/>
          <p:cNvSpPr>
            <a:spLocks noGrp="1"/>
          </p:cNvSpPr>
          <p:nvPr>
            <p:ph/>
          </p:nvPr>
        </p:nvSpPr>
        <p:spPr>
          <a:xfrm>
            <a:off x="802980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86" name="PlaceHolder 5"/>
          <p:cNvSpPr>
            <a:spLocks noGrp="1"/>
          </p:cNvSpPr>
          <p:nvPr>
            <p:ph/>
          </p:nvPr>
        </p:nvSpPr>
        <p:spPr>
          <a:xfrm>
            <a:off x="60948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87" name="PlaceHolder 6"/>
          <p:cNvSpPr>
            <a:spLocks noGrp="1"/>
          </p:cNvSpPr>
          <p:nvPr>
            <p:ph/>
          </p:nvPr>
        </p:nvSpPr>
        <p:spPr>
          <a:xfrm>
            <a:off x="431964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88" name="PlaceHolder 7"/>
          <p:cNvSpPr>
            <a:spLocks noGrp="1"/>
          </p:cNvSpPr>
          <p:nvPr>
            <p:ph/>
          </p:nvPr>
        </p:nvSpPr>
        <p:spPr>
          <a:xfrm>
            <a:off x="802980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0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06"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08"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0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10"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11"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1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13" name="PlaceHolder 1"/>
          <p:cNvSpPr>
            <a:spLocks noGrp="1"/>
          </p:cNvSpPr>
          <p:nvPr>
            <p:ph type="subTitle"/>
          </p:nvPr>
        </p:nvSpPr>
        <p:spPr>
          <a:xfrm>
            <a:off x="609480" y="273600"/>
            <a:ext cx="10972440" cy="530784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15"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16"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17"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18"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19"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20"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21" name="PlaceHolder 4"/>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2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23"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24"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25" name="PlaceHolder 4"/>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2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27" name="PlaceHolder 2"/>
          <p:cNvSpPr>
            <a:spLocks noGrp="1"/>
          </p:cNvSpPr>
          <p:nvPr>
            <p:ph/>
          </p:nvPr>
        </p:nvSpPr>
        <p:spPr>
          <a:xfrm>
            <a:off x="609480" y="160452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28" name="PlaceHolder 3"/>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2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30"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31"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32"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33" name="PlaceHolder 5"/>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3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35" name="PlaceHolder 2"/>
          <p:cNvSpPr>
            <a:spLocks noGrp="1"/>
          </p:cNvSpPr>
          <p:nvPr>
            <p:ph/>
          </p:nvPr>
        </p:nvSpPr>
        <p:spPr>
          <a:xfrm>
            <a:off x="60948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36" name="PlaceHolder 3"/>
          <p:cNvSpPr>
            <a:spLocks noGrp="1"/>
          </p:cNvSpPr>
          <p:nvPr>
            <p:ph/>
          </p:nvPr>
        </p:nvSpPr>
        <p:spPr>
          <a:xfrm>
            <a:off x="431964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37" name="PlaceHolder 4"/>
          <p:cNvSpPr>
            <a:spLocks noGrp="1"/>
          </p:cNvSpPr>
          <p:nvPr>
            <p:ph/>
          </p:nvPr>
        </p:nvSpPr>
        <p:spPr>
          <a:xfrm>
            <a:off x="802980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38" name="PlaceHolder 5"/>
          <p:cNvSpPr>
            <a:spLocks noGrp="1"/>
          </p:cNvSpPr>
          <p:nvPr>
            <p:ph/>
          </p:nvPr>
        </p:nvSpPr>
        <p:spPr>
          <a:xfrm>
            <a:off x="60948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39" name="PlaceHolder 6"/>
          <p:cNvSpPr>
            <a:spLocks noGrp="1"/>
          </p:cNvSpPr>
          <p:nvPr>
            <p:ph/>
          </p:nvPr>
        </p:nvSpPr>
        <p:spPr>
          <a:xfrm>
            <a:off x="431964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40" name="PlaceHolder 7"/>
          <p:cNvSpPr>
            <a:spLocks noGrp="1"/>
          </p:cNvSpPr>
          <p:nvPr>
            <p:ph/>
          </p:nvPr>
        </p:nvSpPr>
        <p:spPr>
          <a:xfrm>
            <a:off x="802980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5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58"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5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60"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6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62"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63"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6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65" name="PlaceHolder 1"/>
          <p:cNvSpPr>
            <a:spLocks noGrp="1"/>
          </p:cNvSpPr>
          <p:nvPr>
            <p:ph type="subTitle"/>
          </p:nvPr>
        </p:nvSpPr>
        <p:spPr>
          <a:xfrm>
            <a:off x="609480" y="273600"/>
            <a:ext cx="10972440" cy="530784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6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67"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68"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69"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7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71"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72"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73" name="PlaceHolder 4"/>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7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75"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76"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77" name="PlaceHolder 4"/>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78"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79" name="PlaceHolder 2"/>
          <p:cNvSpPr>
            <a:spLocks noGrp="1"/>
          </p:cNvSpPr>
          <p:nvPr>
            <p:ph/>
          </p:nvPr>
        </p:nvSpPr>
        <p:spPr>
          <a:xfrm>
            <a:off x="609480" y="160452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80" name="PlaceHolder 3"/>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8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82"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83"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84"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85" name="PlaceHolder 5"/>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8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87" name="PlaceHolder 2"/>
          <p:cNvSpPr>
            <a:spLocks noGrp="1"/>
          </p:cNvSpPr>
          <p:nvPr>
            <p:ph/>
          </p:nvPr>
        </p:nvSpPr>
        <p:spPr>
          <a:xfrm>
            <a:off x="60948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88" name="PlaceHolder 3"/>
          <p:cNvSpPr>
            <a:spLocks noGrp="1"/>
          </p:cNvSpPr>
          <p:nvPr>
            <p:ph/>
          </p:nvPr>
        </p:nvSpPr>
        <p:spPr>
          <a:xfrm>
            <a:off x="431964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89" name="PlaceHolder 4"/>
          <p:cNvSpPr>
            <a:spLocks noGrp="1"/>
          </p:cNvSpPr>
          <p:nvPr>
            <p:ph/>
          </p:nvPr>
        </p:nvSpPr>
        <p:spPr>
          <a:xfrm>
            <a:off x="802980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90" name="PlaceHolder 5"/>
          <p:cNvSpPr>
            <a:spLocks noGrp="1"/>
          </p:cNvSpPr>
          <p:nvPr>
            <p:ph/>
          </p:nvPr>
        </p:nvSpPr>
        <p:spPr>
          <a:xfrm>
            <a:off x="60948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91" name="PlaceHolder 6"/>
          <p:cNvSpPr>
            <a:spLocks noGrp="1"/>
          </p:cNvSpPr>
          <p:nvPr>
            <p:ph/>
          </p:nvPr>
        </p:nvSpPr>
        <p:spPr>
          <a:xfrm>
            <a:off x="431964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92" name="PlaceHolder 7"/>
          <p:cNvSpPr>
            <a:spLocks noGrp="1"/>
          </p:cNvSpPr>
          <p:nvPr>
            <p:ph/>
          </p:nvPr>
        </p:nvSpPr>
        <p:spPr>
          <a:xfrm>
            <a:off x="802980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10"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1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12"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13"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14"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15"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1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17" name="PlaceHolder 1"/>
          <p:cNvSpPr>
            <a:spLocks noGrp="1"/>
          </p:cNvSpPr>
          <p:nvPr>
            <p:ph type="subTitle"/>
          </p:nvPr>
        </p:nvSpPr>
        <p:spPr>
          <a:xfrm>
            <a:off x="609480" y="273600"/>
            <a:ext cx="10972440" cy="530784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18"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19"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20"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21"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2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23"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24"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25" name="PlaceHolder 4"/>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27"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28"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29" name="PlaceHolder 4"/>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3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31" name="PlaceHolder 2"/>
          <p:cNvSpPr>
            <a:spLocks noGrp="1"/>
          </p:cNvSpPr>
          <p:nvPr>
            <p:ph/>
          </p:nvPr>
        </p:nvSpPr>
        <p:spPr>
          <a:xfrm>
            <a:off x="609480" y="160452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32" name="PlaceHolder 3"/>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33"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34"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35"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36"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37" name="PlaceHolder 5"/>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38"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39" name="PlaceHolder 2"/>
          <p:cNvSpPr>
            <a:spLocks noGrp="1"/>
          </p:cNvSpPr>
          <p:nvPr>
            <p:ph/>
          </p:nvPr>
        </p:nvSpPr>
        <p:spPr>
          <a:xfrm>
            <a:off x="60948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40" name="PlaceHolder 3"/>
          <p:cNvSpPr>
            <a:spLocks noGrp="1"/>
          </p:cNvSpPr>
          <p:nvPr>
            <p:ph/>
          </p:nvPr>
        </p:nvSpPr>
        <p:spPr>
          <a:xfrm>
            <a:off x="431964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41" name="PlaceHolder 4"/>
          <p:cNvSpPr>
            <a:spLocks noGrp="1"/>
          </p:cNvSpPr>
          <p:nvPr>
            <p:ph/>
          </p:nvPr>
        </p:nvSpPr>
        <p:spPr>
          <a:xfrm>
            <a:off x="802980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42" name="PlaceHolder 5"/>
          <p:cNvSpPr>
            <a:spLocks noGrp="1"/>
          </p:cNvSpPr>
          <p:nvPr>
            <p:ph/>
          </p:nvPr>
        </p:nvSpPr>
        <p:spPr>
          <a:xfrm>
            <a:off x="60948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43" name="PlaceHolder 6"/>
          <p:cNvSpPr>
            <a:spLocks noGrp="1"/>
          </p:cNvSpPr>
          <p:nvPr>
            <p:ph/>
          </p:nvPr>
        </p:nvSpPr>
        <p:spPr>
          <a:xfrm>
            <a:off x="431964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44" name="PlaceHolder 7"/>
          <p:cNvSpPr>
            <a:spLocks noGrp="1"/>
          </p:cNvSpPr>
          <p:nvPr>
            <p:ph/>
          </p:nvPr>
        </p:nvSpPr>
        <p:spPr>
          <a:xfrm>
            <a:off x="802980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4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50"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5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52"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53"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54"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55"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5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57" name="PlaceHolder 1"/>
          <p:cNvSpPr>
            <a:spLocks noGrp="1"/>
          </p:cNvSpPr>
          <p:nvPr>
            <p:ph type="subTitle"/>
          </p:nvPr>
        </p:nvSpPr>
        <p:spPr>
          <a:xfrm>
            <a:off x="609480" y="273600"/>
            <a:ext cx="10972440" cy="530784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58"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59"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60"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61"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6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63"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64"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65" name="PlaceHolder 4"/>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6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67"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68"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69" name="PlaceHolder 4"/>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7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71" name="PlaceHolder 2"/>
          <p:cNvSpPr>
            <a:spLocks noGrp="1"/>
          </p:cNvSpPr>
          <p:nvPr>
            <p:ph/>
          </p:nvPr>
        </p:nvSpPr>
        <p:spPr>
          <a:xfrm>
            <a:off x="609480" y="160452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72" name="PlaceHolder 3"/>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73"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74"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75"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76"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77" name="PlaceHolder 5"/>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78"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79" name="PlaceHolder 2"/>
          <p:cNvSpPr>
            <a:spLocks noGrp="1"/>
          </p:cNvSpPr>
          <p:nvPr>
            <p:ph/>
          </p:nvPr>
        </p:nvSpPr>
        <p:spPr>
          <a:xfrm>
            <a:off x="60948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80" name="PlaceHolder 3"/>
          <p:cNvSpPr>
            <a:spLocks noGrp="1"/>
          </p:cNvSpPr>
          <p:nvPr>
            <p:ph/>
          </p:nvPr>
        </p:nvSpPr>
        <p:spPr>
          <a:xfrm>
            <a:off x="431964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81" name="PlaceHolder 4"/>
          <p:cNvSpPr>
            <a:spLocks noGrp="1"/>
          </p:cNvSpPr>
          <p:nvPr>
            <p:ph/>
          </p:nvPr>
        </p:nvSpPr>
        <p:spPr>
          <a:xfrm>
            <a:off x="802980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82" name="PlaceHolder 5"/>
          <p:cNvSpPr>
            <a:spLocks noGrp="1"/>
          </p:cNvSpPr>
          <p:nvPr>
            <p:ph/>
          </p:nvPr>
        </p:nvSpPr>
        <p:spPr>
          <a:xfrm>
            <a:off x="60948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83" name="PlaceHolder 6"/>
          <p:cNvSpPr>
            <a:spLocks noGrp="1"/>
          </p:cNvSpPr>
          <p:nvPr>
            <p:ph/>
          </p:nvPr>
        </p:nvSpPr>
        <p:spPr>
          <a:xfrm>
            <a:off x="431964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84" name="PlaceHolder 7"/>
          <p:cNvSpPr>
            <a:spLocks noGrp="1"/>
          </p:cNvSpPr>
          <p:nvPr>
            <p:ph/>
          </p:nvPr>
        </p:nvSpPr>
        <p:spPr>
          <a:xfrm>
            <a:off x="802980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30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302"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303"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304"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30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306"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07"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08"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309" name="PlaceHolder 1"/>
          <p:cNvSpPr>
            <a:spLocks noGrp="1"/>
          </p:cNvSpPr>
          <p:nvPr>
            <p:ph type="subTitle"/>
          </p:nvPr>
        </p:nvSpPr>
        <p:spPr>
          <a:xfrm>
            <a:off x="609480" y="273600"/>
            <a:ext cx="10972440" cy="530784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31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311"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12"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13"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1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315"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16"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17" name="PlaceHolder 4"/>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18"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319"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20"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21" name="PlaceHolder 4"/>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32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323" name="PlaceHolder 2"/>
          <p:cNvSpPr>
            <a:spLocks noGrp="1"/>
          </p:cNvSpPr>
          <p:nvPr>
            <p:ph/>
          </p:nvPr>
        </p:nvSpPr>
        <p:spPr>
          <a:xfrm>
            <a:off x="609480" y="160452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24" name="PlaceHolder 3"/>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2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326"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27"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28"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29" name="PlaceHolder 5"/>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3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331" name="PlaceHolder 2"/>
          <p:cNvSpPr>
            <a:spLocks noGrp="1"/>
          </p:cNvSpPr>
          <p:nvPr>
            <p:ph/>
          </p:nvPr>
        </p:nvSpPr>
        <p:spPr>
          <a:xfrm>
            <a:off x="60948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32" name="PlaceHolder 3"/>
          <p:cNvSpPr>
            <a:spLocks noGrp="1"/>
          </p:cNvSpPr>
          <p:nvPr>
            <p:ph/>
          </p:nvPr>
        </p:nvSpPr>
        <p:spPr>
          <a:xfrm>
            <a:off x="431964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33" name="PlaceHolder 4"/>
          <p:cNvSpPr>
            <a:spLocks noGrp="1"/>
          </p:cNvSpPr>
          <p:nvPr>
            <p:ph/>
          </p:nvPr>
        </p:nvSpPr>
        <p:spPr>
          <a:xfrm>
            <a:off x="802980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34" name="PlaceHolder 5"/>
          <p:cNvSpPr>
            <a:spLocks noGrp="1"/>
          </p:cNvSpPr>
          <p:nvPr>
            <p:ph/>
          </p:nvPr>
        </p:nvSpPr>
        <p:spPr>
          <a:xfrm>
            <a:off x="60948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35" name="PlaceHolder 6"/>
          <p:cNvSpPr>
            <a:spLocks noGrp="1"/>
          </p:cNvSpPr>
          <p:nvPr>
            <p:ph/>
          </p:nvPr>
        </p:nvSpPr>
        <p:spPr>
          <a:xfrm>
            <a:off x="431964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36" name="PlaceHolder 7"/>
          <p:cNvSpPr>
            <a:spLocks noGrp="1"/>
          </p:cNvSpPr>
          <p:nvPr>
            <p:ph/>
          </p:nvPr>
        </p:nvSpPr>
        <p:spPr>
          <a:xfrm>
            <a:off x="802980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5.pn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4.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17" Type="http://schemas.openxmlformats.org/officeDocument/2006/relationships/image" Target="../media/image9.png"/><Relationship Id="rId2" Type="http://schemas.openxmlformats.org/officeDocument/2006/relationships/slideLayout" Target="../slideLayouts/slideLayout26.xml"/><Relationship Id="rId16" Type="http://schemas.openxmlformats.org/officeDocument/2006/relationships/image" Target="../media/image8.png"/><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image" Target="../media/image7.png"/><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6.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17" Type="http://schemas.openxmlformats.org/officeDocument/2006/relationships/image" Target="../media/image9.png"/><Relationship Id="rId2" Type="http://schemas.openxmlformats.org/officeDocument/2006/relationships/slideLayout" Target="../slideLayouts/slideLayout38.xml"/><Relationship Id="rId16" Type="http://schemas.openxmlformats.org/officeDocument/2006/relationships/image" Target="../media/image8.png"/><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5" Type="http://schemas.openxmlformats.org/officeDocument/2006/relationships/image" Target="../media/image7.png"/><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image" Target="../media/image6.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theme" Target="../theme/theme5.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17" Type="http://schemas.openxmlformats.org/officeDocument/2006/relationships/image" Target="../media/image9.png"/><Relationship Id="rId2" Type="http://schemas.openxmlformats.org/officeDocument/2006/relationships/slideLayout" Target="../slideLayouts/slideLayout50.xml"/><Relationship Id="rId16" Type="http://schemas.openxmlformats.org/officeDocument/2006/relationships/image" Target="../media/image8.png"/><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5" Type="http://schemas.openxmlformats.org/officeDocument/2006/relationships/image" Target="../media/image7.png"/><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image" Target="../media/image6.pn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theme" Target="../theme/theme6.xml"/><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slideLayout" Target="../slideLayouts/slideLayout72.xml"/><Relationship Id="rId2" Type="http://schemas.openxmlformats.org/officeDocument/2006/relationships/slideLayout" Target="../slideLayouts/slideLayout62.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5" Type="http://schemas.openxmlformats.org/officeDocument/2006/relationships/image" Target="../media/image5.png"/><Relationship Id="rId10" Type="http://schemas.openxmlformats.org/officeDocument/2006/relationships/slideLayout" Target="../slideLayouts/slideLayout70.xml"/><Relationship Id="rId4" Type="http://schemas.openxmlformats.org/officeDocument/2006/relationships/slideLayout" Target="../slideLayouts/slideLayout64.xml"/><Relationship Id="rId9" Type="http://schemas.openxmlformats.org/officeDocument/2006/relationships/slideLayout" Target="../slideLayouts/slideLayout69.xml"/><Relationship Id="rId14" Type="http://schemas.openxmlformats.org/officeDocument/2006/relationships/image" Target="../media/image4.jpe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0.xml"/><Relationship Id="rId13" Type="http://schemas.openxmlformats.org/officeDocument/2006/relationships/theme" Target="../theme/theme7.xml"/><Relationship Id="rId3" Type="http://schemas.openxmlformats.org/officeDocument/2006/relationships/slideLayout" Target="../slideLayouts/slideLayout75.xml"/><Relationship Id="rId7" Type="http://schemas.openxmlformats.org/officeDocument/2006/relationships/slideLayout" Target="../slideLayouts/slideLayout79.xml"/><Relationship Id="rId12" Type="http://schemas.openxmlformats.org/officeDocument/2006/relationships/slideLayout" Target="../slideLayouts/slideLayout84.xml"/><Relationship Id="rId17" Type="http://schemas.openxmlformats.org/officeDocument/2006/relationships/image" Target="../media/image9.png"/><Relationship Id="rId2" Type="http://schemas.openxmlformats.org/officeDocument/2006/relationships/slideLayout" Target="../slideLayouts/slideLayout74.xml"/><Relationship Id="rId16" Type="http://schemas.openxmlformats.org/officeDocument/2006/relationships/image" Target="../media/image8.png"/><Relationship Id="rId1" Type="http://schemas.openxmlformats.org/officeDocument/2006/relationships/slideLayout" Target="../slideLayouts/slideLayout73.xml"/><Relationship Id="rId6" Type="http://schemas.openxmlformats.org/officeDocument/2006/relationships/slideLayout" Target="../slideLayouts/slideLayout78.xml"/><Relationship Id="rId11" Type="http://schemas.openxmlformats.org/officeDocument/2006/relationships/slideLayout" Target="../slideLayouts/slideLayout83.xml"/><Relationship Id="rId5" Type="http://schemas.openxmlformats.org/officeDocument/2006/relationships/slideLayout" Target="../slideLayouts/slideLayout77.xml"/><Relationship Id="rId15" Type="http://schemas.openxmlformats.org/officeDocument/2006/relationships/image" Target="../media/image7.png"/><Relationship Id="rId10" Type="http://schemas.openxmlformats.org/officeDocument/2006/relationships/slideLayout" Target="../slideLayouts/slideLayout82.xml"/><Relationship Id="rId4" Type="http://schemas.openxmlformats.org/officeDocument/2006/relationships/slideLayout" Target="../slideLayouts/slideLayout76.xml"/><Relationship Id="rId9" Type="http://schemas.openxmlformats.org/officeDocument/2006/relationships/slideLayout" Target="../slideLayouts/slideLayout81.xml"/><Relationship Id="rId14"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CustomShape 1"/>
          <p:cNvSpPr/>
          <p:nvPr/>
        </p:nvSpPr>
        <p:spPr>
          <a:xfrm>
            <a:off x="11323080" y="6585840"/>
            <a:ext cx="926640" cy="2268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r">
              <a:lnSpc>
                <a:spcPct val="100000"/>
              </a:lnSpc>
              <a:buNone/>
            </a:pPr>
            <a:fld id="{D8D6A559-7736-4B22-B1DB-A4930B5A6D42}" type="slidenum">
              <a:rPr lang="en-GB" sz="900" b="0" strike="noStrike" spc="-1">
                <a:solidFill>
                  <a:srgbClr val="AFABAB"/>
                </a:solidFill>
                <a:latin typeface="Arial"/>
                <a:ea typeface="Tahoma"/>
              </a:rPr>
              <a:t>‹#›</a:t>
            </a:fld>
            <a:r>
              <a:rPr lang="tr-TR" sz="900" b="0" strike="noStrike" spc="-1">
                <a:solidFill>
                  <a:srgbClr val="AFABAB"/>
                </a:solidFill>
                <a:latin typeface="Arial"/>
                <a:ea typeface="Tahoma"/>
              </a:rPr>
              <a:t> / </a:t>
            </a:r>
            <a:r>
              <a:rPr lang="en-US" sz="900" b="0" strike="noStrike" spc="-1">
                <a:solidFill>
                  <a:srgbClr val="AFABAB"/>
                </a:solidFill>
                <a:latin typeface="Arial"/>
                <a:ea typeface="Tahoma"/>
              </a:rPr>
              <a:t>32</a:t>
            </a:r>
            <a:endParaRPr lang="en-US" sz="900" b="0" strike="noStrike" spc="-1">
              <a:latin typeface="Arial"/>
            </a:endParaRPr>
          </a:p>
        </p:txBody>
      </p:sp>
      <p:pic>
        <p:nvPicPr>
          <p:cNvPr id="14" name="Resim 5"/>
          <p:cNvPicPr/>
          <p:nvPr/>
        </p:nvPicPr>
        <p:blipFill>
          <a:blip r:embed="rId14"/>
          <a:stretch/>
        </p:blipFill>
        <p:spPr>
          <a:xfrm>
            <a:off x="507960" y="0"/>
            <a:ext cx="11688480" cy="5666760"/>
          </a:xfrm>
          <a:prstGeom prst="rect">
            <a:avLst/>
          </a:prstGeom>
          <a:ln w="0">
            <a:noFill/>
          </a:ln>
        </p:spPr>
      </p:pic>
      <p:sp>
        <p:nvSpPr>
          <p:cNvPr id="2" name="CustomShape 2"/>
          <p:cNvSpPr/>
          <p:nvPr/>
        </p:nvSpPr>
        <p:spPr>
          <a:xfrm>
            <a:off x="10461960" y="6320160"/>
            <a:ext cx="1725120" cy="532800"/>
          </a:xfrm>
          <a:prstGeom prst="rect">
            <a:avLst/>
          </a:prstGeom>
          <a:solidFill>
            <a:srgbClr val="FFFFFF"/>
          </a:solidFill>
          <a:ln w="25560">
            <a:noFill/>
          </a:ln>
        </p:spPr>
        <p:style>
          <a:lnRef idx="0">
            <a:scrgbClr r="0" g="0" b="0"/>
          </a:lnRef>
          <a:fillRef idx="0">
            <a:scrgbClr r="0" g="0" b="0"/>
          </a:fillRef>
          <a:effectRef idx="0">
            <a:scrgbClr r="0" g="0" b="0"/>
          </a:effectRef>
          <a:fontRef idx="minor"/>
        </p:style>
      </p:sp>
      <p:sp>
        <p:nvSpPr>
          <p:cNvPr id="3" name="CustomShape 3"/>
          <p:cNvSpPr/>
          <p:nvPr/>
        </p:nvSpPr>
        <p:spPr>
          <a:xfrm>
            <a:off x="0" y="5892840"/>
            <a:ext cx="12187080" cy="960120"/>
          </a:xfrm>
          <a:prstGeom prst="rect">
            <a:avLst/>
          </a:prstGeom>
          <a:noFill/>
          <a:ln w="25560">
            <a:noFill/>
          </a:ln>
        </p:spPr>
        <p:style>
          <a:lnRef idx="0">
            <a:scrgbClr r="0" g="0" b="0"/>
          </a:lnRef>
          <a:fillRef idx="0">
            <a:scrgbClr r="0" g="0" b="0"/>
          </a:fillRef>
          <a:effectRef idx="0">
            <a:scrgbClr r="0" g="0" b="0"/>
          </a:effectRef>
          <a:fontRef idx="minor"/>
        </p:style>
      </p:sp>
      <p:pic>
        <p:nvPicPr>
          <p:cNvPr id="4" name="Picture 18"/>
          <p:cNvPicPr/>
          <p:nvPr/>
        </p:nvPicPr>
        <p:blipFill>
          <a:blip r:embed="rId15"/>
          <a:srcRect r="81880"/>
          <a:stretch/>
        </p:blipFill>
        <p:spPr>
          <a:xfrm>
            <a:off x="74880" y="6337440"/>
            <a:ext cx="454320" cy="515520"/>
          </a:xfrm>
          <a:prstGeom prst="rect">
            <a:avLst/>
          </a:prstGeom>
          <a:ln w="0">
            <a:noFill/>
          </a:ln>
        </p:spPr>
      </p:pic>
      <p:sp>
        <p:nvSpPr>
          <p:cNvPr id="5" name="CustomShape 4"/>
          <p:cNvSpPr/>
          <p:nvPr/>
        </p:nvSpPr>
        <p:spPr>
          <a:xfrm>
            <a:off x="475200" y="6401520"/>
            <a:ext cx="2125080" cy="333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tr-TR" sz="800" b="0" i="1" strike="noStrike" spc="-1">
                <a:solidFill>
                  <a:srgbClr val="000000"/>
                </a:solidFill>
                <a:latin typeface="Arial"/>
                <a:ea typeface="Tahoma"/>
              </a:rPr>
              <a:t>HAVELSAN, </a:t>
            </a:r>
            <a:r>
              <a:rPr lang="en-US" sz="800" b="0" i="1" strike="noStrike" spc="-1">
                <a:solidFill>
                  <a:srgbClr val="000000"/>
                </a:solidFill>
                <a:latin typeface="Arial"/>
                <a:ea typeface="Tahoma"/>
              </a:rPr>
              <a:t>is an establishment of Turkish Armed Forces Foundation. </a:t>
            </a:r>
            <a:endParaRPr lang="en-US" sz="800" b="0" strike="noStrike" spc="-1">
              <a:latin typeface="Arial"/>
            </a:endParaRPr>
          </a:p>
        </p:txBody>
      </p:sp>
      <p:sp>
        <p:nvSpPr>
          <p:cNvPr id="6" name="CustomShape 5"/>
          <p:cNvSpPr/>
          <p:nvPr/>
        </p:nvSpPr>
        <p:spPr>
          <a:xfrm rot="21448800">
            <a:off x="4741200" y="23040"/>
            <a:ext cx="2419560" cy="5642280"/>
          </a:xfrm>
          <a:prstGeom prst="parallelogram">
            <a:avLst>
              <a:gd name="adj" fmla="val 91709"/>
            </a:avLst>
          </a:prstGeom>
          <a:blipFill rotWithShape="0">
            <a:blip r:embed="rId16"/>
            <a:srcRect/>
            <a:stretch/>
          </a:blipFill>
          <a:ln w="12600">
            <a:noFill/>
          </a:ln>
        </p:spPr>
        <p:style>
          <a:lnRef idx="0">
            <a:scrgbClr r="0" g="0" b="0"/>
          </a:lnRef>
          <a:fillRef idx="0">
            <a:scrgbClr r="0" g="0" b="0"/>
          </a:fillRef>
          <a:effectRef idx="0">
            <a:scrgbClr r="0" g="0" b="0"/>
          </a:effectRef>
          <a:fontRef idx="minor"/>
        </p:style>
      </p:sp>
      <p:sp>
        <p:nvSpPr>
          <p:cNvPr id="7" name="CustomShape 6"/>
          <p:cNvSpPr/>
          <p:nvPr/>
        </p:nvSpPr>
        <p:spPr>
          <a:xfrm rot="21448800">
            <a:off x="2716200" y="23400"/>
            <a:ext cx="2394360" cy="5646240"/>
          </a:xfrm>
          <a:prstGeom prst="parallelogram">
            <a:avLst>
              <a:gd name="adj" fmla="val 91709"/>
            </a:avLst>
          </a:prstGeom>
          <a:blipFill rotWithShape="0">
            <a:blip r:embed="rId16"/>
            <a:srcRect/>
            <a:stretch/>
          </a:blipFill>
          <a:ln w="12600">
            <a:noFill/>
          </a:ln>
        </p:spPr>
        <p:style>
          <a:lnRef idx="0">
            <a:scrgbClr r="0" g="0" b="0"/>
          </a:lnRef>
          <a:fillRef idx="0">
            <a:scrgbClr r="0" g="0" b="0"/>
          </a:fillRef>
          <a:effectRef idx="0">
            <a:scrgbClr r="0" g="0" b="0"/>
          </a:effectRef>
          <a:fontRef idx="minor"/>
        </p:style>
      </p:sp>
      <p:sp>
        <p:nvSpPr>
          <p:cNvPr id="8" name="CustomShape 7"/>
          <p:cNvSpPr/>
          <p:nvPr/>
        </p:nvSpPr>
        <p:spPr>
          <a:xfrm rot="21448800">
            <a:off x="6927480" y="9720"/>
            <a:ext cx="2419560" cy="5642280"/>
          </a:xfrm>
          <a:prstGeom prst="parallelogram">
            <a:avLst>
              <a:gd name="adj" fmla="val 91709"/>
            </a:avLst>
          </a:prstGeom>
          <a:blipFill rotWithShape="0">
            <a:blip r:embed="rId16"/>
            <a:srcRect/>
            <a:stretch/>
          </a:blipFill>
          <a:ln w="12600">
            <a:noFill/>
          </a:ln>
        </p:spPr>
        <p:style>
          <a:lnRef idx="0">
            <a:scrgbClr r="0" g="0" b="0"/>
          </a:lnRef>
          <a:fillRef idx="0">
            <a:scrgbClr r="0" g="0" b="0"/>
          </a:fillRef>
          <a:effectRef idx="0">
            <a:scrgbClr r="0" g="0" b="0"/>
          </a:effectRef>
          <a:fontRef idx="minor"/>
        </p:style>
      </p:sp>
      <p:sp>
        <p:nvSpPr>
          <p:cNvPr id="9" name="CustomShape 8"/>
          <p:cNvSpPr/>
          <p:nvPr/>
        </p:nvSpPr>
        <p:spPr>
          <a:xfrm rot="21448800">
            <a:off x="9089280" y="-12240"/>
            <a:ext cx="2419560" cy="5642280"/>
          </a:xfrm>
          <a:prstGeom prst="parallelogram">
            <a:avLst>
              <a:gd name="adj" fmla="val 91709"/>
            </a:avLst>
          </a:prstGeom>
          <a:blipFill rotWithShape="0">
            <a:blip r:embed="rId16"/>
            <a:srcRect/>
            <a:stretch/>
          </a:blipFill>
          <a:ln w="12600">
            <a:noFill/>
          </a:ln>
        </p:spPr>
        <p:style>
          <a:lnRef idx="0">
            <a:scrgbClr r="0" g="0" b="0"/>
          </a:lnRef>
          <a:fillRef idx="0">
            <a:scrgbClr r="0" g="0" b="0"/>
          </a:fillRef>
          <a:effectRef idx="0">
            <a:scrgbClr r="0" g="0" b="0"/>
          </a:effectRef>
          <a:fontRef idx="minor"/>
        </p:style>
      </p:sp>
      <p:sp>
        <p:nvSpPr>
          <p:cNvPr id="10" name="CustomShape 9"/>
          <p:cNvSpPr/>
          <p:nvPr/>
        </p:nvSpPr>
        <p:spPr>
          <a:xfrm>
            <a:off x="0" y="6669720"/>
            <a:ext cx="12196440" cy="196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buNone/>
            </a:pPr>
            <a:r>
              <a:rPr lang="en-GB" sz="700" b="0" strike="noStrike" spc="-1">
                <a:solidFill>
                  <a:srgbClr val="000000"/>
                </a:solidFill>
                <a:latin typeface="Arial"/>
                <a:ea typeface="DejaVu Sans"/>
              </a:rPr>
              <a:t>Bu belgenin içeriği HAVELSAN'ın fikri mülkiyetindedir. HAVELSAN'ın izni olmadan bu belgenin tamamını veya bir kısmını bir başkasına kopyalamak ve vermek yasaktır.</a:t>
            </a:r>
            <a:endParaRPr lang="en-US" sz="700" b="0" strike="noStrike" spc="-1">
              <a:latin typeface="Arial"/>
            </a:endParaRPr>
          </a:p>
        </p:txBody>
      </p:sp>
      <p:sp>
        <p:nvSpPr>
          <p:cNvPr id="1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r>
              <a:rPr lang="en-US" sz="4400" b="0" strike="noStrike" spc="-1">
                <a:latin typeface="Arial"/>
              </a:rPr>
              <a:t>Click to edit the title text format</a:t>
            </a:r>
          </a:p>
        </p:txBody>
      </p:sp>
      <p:sp>
        <p:nvSpPr>
          <p:cNvPr id="12"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blipFill>
        <a:effectLst/>
      </p:bgPr>
    </p:bg>
    <p:spTree>
      <p:nvGrpSpPr>
        <p:cNvPr id="1" name=""/>
        <p:cNvGrpSpPr/>
        <p:nvPr/>
      </p:nvGrpSpPr>
      <p:grpSpPr>
        <a:xfrm>
          <a:off x="0" y="0"/>
          <a:ext cx="0" cy="0"/>
          <a:chOff x="0" y="0"/>
          <a:chExt cx="0" cy="0"/>
        </a:xfrm>
      </p:grpSpPr>
      <p:sp>
        <p:nvSpPr>
          <p:cNvPr id="49" name="CustomShape 1"/>
          <p:cNvSpPr/>
          <p:nvPr/>
        </p:nvSpPr>
        <p:spPr>
          <a:xfrm>
            <a:off x="11327760" y="6585840"/>
            <a:ext cx="917280" cy="2268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r">
              <a:lnSpc>
                <a:spcPct val="100000"/>
              </a:lnSpc>
              <a:buNone/>
            </a:pPr>
            <a:fld id="{F6F9D0E9-E152-491F-A0B2-8052FAAD30AD}" type="slidenum">
              <a:rPr lang="en-GB" sz="900" b="0" strike="noStrike" spc="-1">
                <a:solidFill>
                  <a:srgbClr val="AFABAB"/>
                </a:solidFill>
                <a:latin typeface="Arial"/>
                <a:ea typeface="Tahoma"/>
              </a:rPr>
              <a:t>‹#›</a:t>
            </a:fld>
            <a:r>
              <a:rPr lang="tr-TR" sz="900" b="0" strike="noStrike" spc="-1">
                <a:solidFill>
                  <a:srgbClr val="AFABAB"/>
                </a:solidFill>
                <a:latin typeface="Arial"/>
                <a:ea typeface="Tahoma"/>
              </a:rPr>
              <a:t> / </a:t>
            </a:r>
            <a:r>
              <a:rPr lang="en-US" sz="900" b="0" strike="noStrike" spc="-1">
                <a:solidFill>
                  <a:srgbClr val="AFABAB"/>
                </a:solidFill>
                <a:latin typeface="Arial"/>
                <a:ea typeface="Tahoma"/>
              </a:rPr>
              <a:t>11</a:t>
            </a:r>
            <a:endParaRPr lang="en-US" sz="900" b="0" strike="noStrike" spc="-1">
              <a:latin typeface="Arial"/>
            </a:endParaRPr>
          </a:p>
        </p:txBody>
      </p:sp>
      <p:pic>
        <p:nvPicPr>
          <p:cNvPr id="50" name="Picture 7"/>
          <p:cNvPicPr/>
          <p:nvPr/>
        </p:nvPicPr>
        <p:blipFill>
          <a:blip r:embed="rId15"/>
          <a:stretch/>
        </p:blipFill>
        <p:spPr>
          <a:xfrm>
            <a:off x="233640" y="567720"/>
            <a:ext cx="3820320" cy="1254960"/>
          </a:xfrm>
          <a:prstGeom prst="rect">
            <a:avLst/>
          </a:prstGeom>
          <a:ln w="0">
            <a:noFill/>
          </a:ln>
        </p:spPr>
      </p:pic>
      <p:sp>
        <p:nvSpPr>
          <p:cNvPr id="5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r>
              <a:rPr lang="en-US" sz="4400" b="0" strike="noStrike" spc="-1">
                <a:latin typeface="Arial"/>
              </a:rPr>
              <a:t>Click to edit the title text format</a:t>
            </a:r>
          </a:p>
        </p:txBody>
      </p:sp>
      <p:sp>
        <p:nvSpPr>
          <p:cNvPr id="52"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FFFFFF"/>
              </a:buClr>
              <a:buSzPct val="75000"/>
              <a:buFont typeface="Symbol" charset="2"/>
              <a:buChar char=""/>
            </a:pPr>
            <a:r>
              <a:rPr lang="en-US" sz="2800" b="0" strike="noStrike" spc="-1">
                <a:latin typeface="Arial"/>
              </a:rPr>
              <a:t>Second Outline Level</a:t>
            </a:r>
          </a:p>
          <a:p>
            <a:pPr marL="1296000" lvl="2" indent="-288000">
              <a:spcBef>
                <a:spcPts val="850"/>
              </a:spcBef>
              <a:buClr>
                <a:srgbClr val="FFFFFF"/>
              </a:buClr>
              <a:buSzPct val="45000"/>
              <a:buFont typeface="Wingdings" charset="2"/>
              <a:buChar char=""/>
            </a:pPr>
            <a:r>
              <a:rPr lang="en-US" sz="2400" b="0" strike="noStrike" spc="-1">
                <a:latin typeface="Arial"/>
              </a:rPr>
              <a:t>Third Outline Level</a:t>
            </a:r>
          </a:p>
          <a:p>
            <a:pPr marL="1728000" lvl="3" indent="-216000">
              <a:spcBef>
                <a:spcPts val="567"/>
              </a:spcBef>
              <a:buClr>
                <a:srgbClr val="FFFFFF"/>
              </a:buClr>
              <a:buSzPct val="75000"/>
              <a:buFont typeface="Symbol" charset="2"/>
              <a:buChar char=""/>
            </a:pPr>
            <a:r>
              <a:rPr lang="en-US" sz="2000" b="0" strike="noStrike" spc="-1">
                <a:latin typeface="Arial"/>
              </a:rPr>
              <a:t>Fourth Outline Level</a:t>
            </a:r>
          </a:p>
          <a:p>
            <a:pPr marL="2160000" lvl="4" indent="-216000">
              <a:spcBef>
                <a:spcPts val="283"/>
              </a:spcBef>
              <a:buClr>
                <a:srgbClr val="FFFFFF"/>
              </a:buClr>
              <a:buSzPct val="45000"/>
              <a:buFont typeface="Wingdings" charset="2"/>
              <a:buChar char=""/>
            </a:pPr>
            <a:r>
              <a:rPr lang="en-US" sz="2000" b="0" strike="noStrike" spc="-1">
                <a:latin typeface="Arial"/>
              </a:rPr>
              <a:t>Fifth Outline Level</a:t>
            </a:r>
          </a:p>
          <a:p>
            <a:pPr marL="2592000" lvl="5" indent="-216000">
              <a:spcBef>
                <a:spcPts val="283"/>
              </a:spcBef>
              <a:buClr>
                <a:srgbClr val="FFFFFF"/>
              </a:buClr>
              <a:buSzPct val="45000"/>
              <a:buFont typeface="Wingdings" charset="2"/>
              <a:buChar char=""/>
            </a:pPr>
            <a:r>
              <a:rPr lang="en-US" sz="2000" b="0" strike="noStrike" spc="-1">
                <a:latin typeface="Arial"/>
              </a:rPr>
              <a:t>Sixth Outline Level</a:t>
            </a:r>
          </a:p>
          <a:p>
            <a:pPr marL="3024000" lvl="6" indent="-216000">
              <a:spcBef>
                <a:spcPts val="283"/>
              </a:spcBef>
              <a:buClr>
                <a:srgbClr val="FFFFFF"/>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9" name="CustomShape 1"/>
          <p:cNvSpPr/>
          <p:nvPr/>
        </p:nvSpPr>
        <p:spPr>
          <a:xfrm>
            <a:off x="11327760" y="6585840"/>
            <a:ext cx="917280" cy="2268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r">
              <a:lnSpc>
                <a:spcPct val="100000"/>
              </a:lnSpc>
              <a:buNone/>
            </a:pPr>
            <a:fld id="{8F21115D-A263-4C73-A15B-864C4399A671}" type="slidenum">
              <a:rPr lang="en-GB" sz="900" b="0" strike="noStrike" spc="-1">
                <a:solidFill>
                  <a:srgbClr val="AFABAB"/>
                </a:solidFill>
                <a:latin typeface="Arial"/>
                <a:ea typeface="Tahoma"/>
              </a:rPr>
              <a:t>‹#›</a:t>
            </a:fld>
            <a:r>
              <a:rPr lang="tr-TR" sz="900" b="0" strike="noStrike" spc="-1">
                <a:solidFill>
                  <a:srgbClr val="AFABAB"/>
                </a:solidFill>
                <a:latin typeface="Arial"/>
                <a:ea typeface="Tahoma"/>
              </a:rPr>
              <a:t> / </a:t>
            </a:r>
            <a:r>
              <a:rPr lang="en-US" sz="900" b="0" strike="noStrike" spc="-1">
                <a:solidFill>
                  <a:srgbClr val="AFABAB"/>
                </a:solidFill>
                <a:latin typeface="Arial"/>
                <a:ea typeface="Tahoma"/>
              </a:rPr>
              <a:t>11</a:t>
            </a:r>
            <a:endParaRPr lang="en-US" sz="900" b="0" strike="noStrike" spc="-1">
              <a:latin typeface="Arial"/>
            </a:endParaRPr>
          </a:p>
        </p:txBody>
      </p:sp>
      <p:pic>
        <p:nvPicPr>
          <p:cNvPr id="90" name="Picture 17"/>
          <p:cNvPicPr/>
          <p:nvPr/>
        </p:nvPicPr>
        <p:blipFill>
          <a:blip r:embed="rId14"/>
          <a:stretch/>
        </p:blipFill>
        <p:spPr>
          <a:xfrm>
            <a:off x="-18000" y="-720"/>
            <a:ext cx="3341880" cy="6853680"/>
          </a:xfrm>
          <a:prstGeom prst="rect">
            <a:avLst/>
          </a:prstGeom>
          <a:ln w="0">
            <a:noFill/>
          </a:ln>
        </p:spPr>
      </p:pic>
      <p:sp>
        <p:nvSpPr>
          <p:cNvPr id="91" name="CustomShape 2"/>
          <p:cNvSpPr/>
          <p:nvPr/>
        </p:nvSpPr>
        <p:spPr>
          <a:xfrm>
            <a:off x="-18360" y="0"/>
            <a:ext cx="3591720" cy="577440"/>
          </a:xfrm>
          <a:prstGeom prst="rect">
            <a:avLst/>
          </a:prstGeom>
          <a:solidFill>
            <a:srgbClr val="FFFFFF"/>
          </a:solidFill>
          <a:ln w="25560">
            <a:noFill/>
          </a:ln>
        </p:spPr>
        <p:style>
          <a:lnRef idx="0">
            <a:scrgbClr r="0" g="0" b="0"/>
          </a:lnRef>
          <a:fillRef idx="0">
            <a:scrgbClr r="0" g="0" b="0"/>
          </a:fillRef>
          <a:effectRef idx="0">
            <a:scrgbClr r="0" g="0" b="0"/>
          </a:effectRef>
          <a:fontRef idx="minor"/>
        </p:style>
      </p:sp>
      <p:grpSp>
        <p:nvGrpSpPr>
          <p:cNvPr id="92" name="Group 3"/>
          <p:cNvGrpSpPr/>
          <p:nvPr/>
        </p:nvGrpSpPr>
        <p:grpSpPr>
          <a:xfrm>
            <a:off x="0" y="199440"/>
            <a:ext cx="12175920" cy="341640"/>
            <a:chOff x="0" y="199440"/>
            <a:chExt cx="12175920" cy="341640"/>
          </a:xfrm>
        </p:grpSpPr>
        <p:pic>
          <p:nvPicPr>
            <p:cNvPr id="93" name="Picture 20"/>
            <p:cNvPicPr/>
            <p:nvPr/>
          </p:nvPicPr>
          <p:blipFill>
            <a:blip r:embed="rId15"/>
            <a:stretch/>
          </p:blipFill>
          <p:spPr>
            <a:xfrm>
              <a:off x="11281320" y="199440"/>
              <a:ext cx="894600" cy="341640"/>
            </a:xfrm>
            <a:prstGeom prst="rect">
              <a:avLst/>
            </a:prstGeom>
            <a:ln w="0">
              <a:noFill/>
            </a:ln>
          </p:spPr>
        </p:pic>
        <p:pic>
          <p:nvPicPr>
            <p:cNvPr id="94" name="Picture 21"/>
            <p:cNvPicPr/>
            <p:nvPr/>
          </p:nvPicPr>
          <p:blipFill>
            <a:blip r:embed="rId16"/>
            <a:srcRect l="13722" r="58059"/>
            <a:stretch/>
          </p:blipFill>
          <p:spPr>
            <a:xfrm>
              <a:off x="0" y="199440"/>
              <a:ext cx="11642400" cy="341640"/>
            </a:xfrm>
            <a:prstGeom prst="rect">
              <a:avLst/>
            </a:prstGeom>
            <a:ln w="0">
              <a:noFill/>
            </a:ln>
          </p:spPr>
        </p:pic>
      </p:grpSp>
      <p:pic>
        <p:nvPicPr>
          <p:cNvPr id="95" name="Picture 19"/>
          <p:cNvPicPr/>
          <p:nvPr/>
        </p:nvPicPr>
        <p:blipFill>
          <a:blip r:embed="rId17"/>
          <a:stretch/>
        </p:blipFill>
        <p:spPr>
          <a:xfrm>
            <a:off x="-18000" y="6361200"/>
            <a:ext cx="1524960" cy="498960"/>
          </a:xfrm>
          <a:prstGeom prst="rect">
            <a:avLst/>
          </a:prstGeom>
          <a:ln w="0">
            <a:noFill/>
          </a:ln>
        </p:spPr>
      </p:pic>
      <p:grpSp>
        <p:nvGrpSpPr>
          <p:cNvPr id="96" name="Group 4"/>
          <p:cNvGrpSpPr/>
          <p:nvPr/>
        </p:nvGrpSpPr>
        <p:grpSpPr>
          <a:xfrm>
            <a:off x="62280" y="829800"/>
            <a:ext cx="397800" cy="312480"/>
            <a:chOff x="62280" y="829800"/>
            <a:chExt cx="397800" cy="312480"/>
          </a:xfrm>
        </p:grpSpPr>
        <p:sp>
          <p:nvSpPr>
            <p:cNvPr id="97" name="CustomShape 5"/>
            <p:cNvSpPr/>
            <p:nvPr/>
          </p:nvSpPr>
          <p:spPr>
            <a:xfrm>
              <a:off x="62280" y="871560"/>
              <a:ext cx="36720" cy="231480"/>
            </a:xfrm>
            <a:prstGeom prst="rect">
              <a:avLst/>
            </a:prstGeom>
            <a:solidFill>
              <a:srgbClr val="FFFFFF"/>
            </a:solidFill>
            <a:ln w="25560">
              <a:noFill/>
            </a:ln>
          </p:spPr>
          <p:style>
            <a:lnRef idx="0">
              <a:scrgbClr r="0" g="0" b="0"/>
            </a:lnRef>
            <a:fillRef idx="0">
              <a:scrgbClr r="0" g="0" b="0"/>
            </a:fillRef>
            <a:effectRef idx="0">
              <a:scrgbClr r="0" g="0" b="0"/>
            </a:effectRef>
            <a:fontRef idx="minor"/>
          </p:style>
        </p:sp>
        <p:sp>
          <p:nvSpPr>
            <p:cNvPr id="98" name="CustomShape 6"/>
            <p:cNvSpPr/>
            <p:nvPr/>
          </p:nvSpPr>
          <p:spPr>
            <a:xfrm>
              <a:off x="133560" y="871560"/>
              <a:ext cx="36720" cy="231480"/>
            </a:xfrm>
            <a:prstGeom prst="rect">
              <a:avLst/>
            </a:prstGeom>
            <a:solidFill>
              <a:srgbClr val="FFFFFF"/>
            </a:solidFill>
            <a:ln w="25560">
              <a:noFill/>
            </a:ln>
          </p:spPr>
          <p:style>
            <a:lnRef idx="0">
              <a:scrgbClr r="0" g="0" b="0"/>
            </a:lnRef>
            <a:fillRef idx="0">
              <a:scrgbClr r="0" g="0" b="0"/>
            </a:fillRef>
            <a:effectRef idx="0">
              <a:scrgbClr r="0" g="0" b="0"/>
            </a:effectRef>
            <a:fontRef idx="minor"/>
          </p:style>
        </p:sp>
        <p:sp>
          <p:nvSpPr>
            <p:cNvPr id="99" name="CustomShape 7"/>
            <p:cNvSpPr/>
            <p:nvPr/>
          </p:nvSpPr>
          <p:spPr>
            <a:xfrm>
              <a:off x="202680" y="871560"/>
              <a:ext cx="36720" cy="231480"/>
            </a:xfrm>
            <a:prstGeom prst="rect">
              <a:avLst/>
            </a:prstGeom>
            <a:solidFill>
              <a:srgbClr val="FFFFFF"/>
            </a:solidFill>
            <a:ln w="25560">
              <a:noFill/>
            </a:ln>
          </p:spPr>
          <p:style>
            <a:lnRef idx="0">
              <a:scrgbClr r="0" g="0" b="0"/>
            </a:lnRef>
            <a:fillRef idx="0">
              <a:scrgbClr r="0" g="0" b="0"/>
            </a:fillRef>
            <a:effectRef idx="0">
              <a:scrgbClr r="0" g="0" b="0"/>
            </a:effectRef>
            <a:fontRef idx="minor"/>
          </p:style>
        </p:sp>
        <p:sp>
          <p:nvSpPr>
            <p:cNvPr id="100" name="CustomShape 8"/>
            <p:cNvSpPr/>
            <p:nvPr/>
          </p:nvSpPr>
          <p:spPr>
            <a:xfrm>
              <a:off x="262440" y="871560"/>
              <a:ext cx="36720" cy="231480"/>
            </a:xfrm>
            <a:prstGeom prst="rect">
              <a:avLst/>
            </a:prstGeom>
            <a:solidFill>
              <a:srgbClr val="FFFFFF"/>
            </a:solidFill>
            <a:ln w="25560">
              <a:noFill/>
            </a:ln>
          </p:spPr>
          <p:style>
            <a:lnRef idx="0">
              <a:scrgbClr r="0" g="0" b="0"/>
            </a:lnRef>
            <a:fillRef idx="0">
              <a:scrgbClr r="0" g="0" b="0"/>
            </a:fillRef>
            <a:effectRef idx="0">
              <a:scrgbClr r="0" g="0" b="0"/>
            </a:effectRef>
            <a:fontRef idx="minor"/>
          </p:style>
        </p:sp>
        <p:sp>
          <p:nvSpPr>
            <p:cNvPr id="101" name="CustomShape 9"/>
            <p:cNvSpPr/>
            <p:nvPr/>
          </p:nvSpPr>
          <p:spPr>
            <a:xfrm>
              <a:off x="324360" y="871560"/>
              <a:ext cx="36720" cy="231480"/>
            </a:xfrm>
            <a:prstGeom prst="rect">
              <a:avLst/>
            </a:prstGeom>
            <a:solidFill>
              <a:srgbClr val="FFFFFF"/>
            </a:solidFill>
            <a:ln w="25560">
              <a:noFill/>
            </a:ln>
          </p:spPr>
          <p:style>
            <a:lnRef idx="0">
              <a:scrgbClr r="0" g="0" b="0"/>
            </a:lnRef>
            <a:fillRef idx="0">
              <a:scrgbClr r="0" g="0" b="0"/>
            </a:fillRef>
            <a:effectRef idx="0">
              <a:scrgbClr r="0" g="0" b="0"/>
            </a:effectRef>
            <a:fontRef idx="minor"/>
          </p:style>
        </p:sp>
        <p:sp>
          <p:nvSpPr>
            <p:cNvPr id="102" name="CustomShape 10"/>
            <p:cNvSpPr/>
            <p:nvPr/>
          </p:nvSpPr>
          <p:spPr>
            <a:xfrm rot="5400000">
              <a:off x="262080" y="944280"/>
              <a:ext cx="312480" cy="83160"/>
            </a:xfrm>
            <a:prstGeom prst="triangle">
              <a:avLst>
                <a:gd name="adj" fmla="val 50000"/>
              </a:avLst>
            </a:prstGeom>
            <a:solidFill>
              <a:srgbClr val="FFFFFF"/>
            </a:solidFill>
            <a:ln w="25560">
              <a:noFill/>
            </a:ln>
          </p:spPr>
          <p:style>
            <a:lnRef idx="0">
              <a:scrgbClr r="0" g="0" b="0"/>
            </a:lnRef>
            <a:fillRef idx="0">
              <a:scrgbClr r="0" g="0" b="0"/>
            </a:fillRef>
            <a:effectRef idx="0">
              <a:scrgbClr r="0" g="0" b="0"/>
            </a:effectRef>
            <a:fontRef idx="minor"/>
          </p:style>
        </p:sp>
      </p:grpSp>
      <p:sp>
        <p:nvSpPr>
          <p:cNvPr id="103"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r>
              <a:rPr lang="en-US" sz="4400" b="0" strike="noStrike" spc="-1">
                <a:latin typeface="Arial"/>
              </a:rPr>
              <a:t>Click to edit the title text format</a:t>
            </a:r>
          </a:p>
        </p:txBody>
      </p:sp>
      <p:sp>
        <p:nvSpPr>
          <p:cNvPr id="104"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1" name="CustomShape 1"/>
          <p:cNvSpPr/>
          <p:nvPr/>
        </p:nvSpPr>
        <p:spPr>
          <a:xfrm>
            <a:off x="11327760" y="6585840"/>
            <a:ext cx="917280" cy="2268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r">
              <a:lnSpc>
                <a:spcPct val="100000"/>
              </a:lnSpc>
              <a:buNone/>
            </a:pPr>
            <a:fld id="{1553D08D-84A1-4882-89CC-BAFAD99505EC}" type="slidenum">
              <a:rPr lang="en-GB" sz="900" b="0" strike="noStrike" spc="-1">
                <a:solidFill>
                  <a:srgbClr val="AFABAB"/>
                </a:solidFill>
                <a:latin typeface="Arial"/>
                <a:ea typeface="Tahoma"/>
              </a:rPr>
              <a:t>‹#›</a:t>
            </a:fld>
            <a:r>
              <a:rPr lang="tr-TR" sz="900" b="0" strike="noStrike" spc="-1">
                <a:solidFill>
                  <a:srgbClr val="AFABAB"/>
                </a:solidFill>
                <a:latin typeface="Arial"/>
                <a:ea typeface="Tahoma"/>
              </a:rPr>
              <a:t> / </a:t>
            </a:r>
            <a:r>
              <a:rPr lang="en-US" sz="900" b="0" strike="noStrike" spc="-1">
                <a:solidFill>
                  <a:srgbClr val="AFABAB"/>
                </a:solidFill>
                <a:latin typeface="Arial"/>
                <a:ea typeface="Tahoma"/>
              </a:rPr>
              <a:t>11</a:t>
            </a:r>
            <a:endParaRPr lang="en-US" sz="900" b="0" strike="noStrike" spc="-1">
              <a:latin typeface="Arial"/>
            </a:endParaRPr>
          </a:p>
        </p:txBody>
      </p:sp>
      <p:pic>
        <p:nvPicPr>
          <p:cNvPr id="142" name="Picture 17"/>
          <p:cNvPicPr/>
          <p:nvPr/>
        </p:nvPicPr>
        <p:blipFill>
          <a:blip r:embed="rId14"/>
          <a:stretch/>
        </p:blipFill>
        <p:spPr>
          <a:xfrm>
            <a:off x="-18000" y="-720"/>
            <a:ext cx="3341880" cy="6853680"/>
          </a:xfrm>
          <a:prstGeom prst="rect">
            <a:avLst/>
          </a:prstGeom>
          <a:ln w="0">
            <a:noFill/>
          </a:ln>
        </p:spPr>
      </p:pic>
      <p:sp>
        <p:nvSpPr>
          <p:cNvPr id="143" name="CustomShape 2"/>
          <p:cNvSpPr/>
          <p:nvPr/>
        </p:nvSpPr>
        <p:spPr>
          <a:xfrm>
            <a:off x="-18360" y="0"/>
            <a:ext cx="3591720" cy="577440"/>
          </a:xfrm>
          <a:prstGeom prst="rect">
            <a:avLst/>
          </a:prstGeom>
          <a:solidFill>
            <a:srgbClr val="FFFFFF"/>
          </a:solidFill>
          <a:ln w="25560">
            <a:noFill/>
          </a:ln>
        </p:spPr>
        <p:style>
          <a:lnRef idx="0">
            <a:scrgbClr r="0" g="0" b="0"/>
          </a:lnRef>
          <a:fillRef idx="0">
            <a:scrgbClr r="0" g="0" b="0"/>
          </a:fillRef>
          <a:effectRef idx="0">
            <a:scrgbClr r="0" g="0" b="0"/>
          </a:effectRef>
          <a:fontRef idx="minor"/>
        </p:style>
      </p:sp>
      <p:grpSp>
        <p:nvGrpSpPr>
          <p:cNvPr id="144" name="Group 3"/>
          <p:cNvGrpSpPr/>
          <p:nvPr/>
        </p:nvGrpSpPr>
        <p:grpSpPr>
          <a:xfrm>
            <a:off x="0" y="199440"/>
            <a:ext cx="12175920" cy="341640"/>
            <a:chOff x="0" y="199440"/>
            <a:chExt cx="12175920" cy="341640"/>
          </a:xfrm>
        </p:grpSpPr>
        <p:pic>
          <p:nvPicPr>
            <p:cNvPr id="145" name="Picture 20"/>
            <p:cNvPicPr/>
            <p:nvPr/>
          </p:nvPicPr>
          <p:blipFill>
            <a:blip r:embed="rId15"/>
            <a:stretch/>
          </p:blipFill>
          <p:spPr>
            <a:xfrm>
              <a:off x="11281320" y="199440"/>
              <a:ext cx="894600" cy="341640"/>
            </a:xfrm>
            <a:prstGeom prst="rect">
              <a:avLst/>
            </a:prstGeom>
            <a:ln w="0">
              <a:noFill/>
            </a:ln>
          </p:spPr>
        </p:pic>
        <p:pic>
          <p:nvPicPr>
            <p:cNvPr id="146" name="Picture 21"/>
            <p:cNvPicPr/>
            <p:nvPr/>
          </p:nvPicPr>
          <p:blipFill>
            <a:blip r:embed="rId16"/>
            <a:srcRect l="13722" r="58059"/>
            <a:stretch/>
          </p:blipFill>
          <p:spPr>
            <a:xfrm>
              <a:off x="0" y="199440"/>
              <a:ext cx="11642400" cy="341640"/>
            </a:xfrm>
            <a:prstGeom prst="rect">
              <a:avLst/>
            </a:prstGeom>
            <a:ln w="0">
              <a:noFill/>
            </a:ln>
          </p:spPr>
        </p:pic>
      </p:grpSp>
      <p:pic>
        <p:nvPicPr>
          <p:cNvPr id="147" name="Picture 19"/>
          <p:cNvPicPr/>
          <p:nvPr/>
        </p:nvPicPr>
        <p:blipFill>
          <a:blip r:embed="rId17"/>
          <a:stretch/>
        </p:blipFill>
        <p:spPr>
          <a:xfrm>
            <a:off x="-18000" y="6361200"/>
            <a:ext cx="1524960" cy="498960"/>
          </a:xfrm>
          <a:prstGeom prst="rect">
            <a:avLst/>
          </a:prstGeom>
          <a:ln w="0">
            <a:noFill/>
          </a:ln>
        </p:spPr>
      </p:pic>
      <p:grpSp>
        <p:nvGrpSpPr>
          <p:cNvPr id="148" name="Group 4"/>
          <p:cNvGrpSpPr/>
          <p:nvPr/>
        </p:nvGrpSpPr>
        <p:grpSpPr>
          <a:xfrm>
            <a:off x="62280" y="829800"/>
            <a:ext cx="397800" cy="312480"/>
            <a:chOff x="62280" y="829800"/>
            <a:chExt cx="397800" cy="312480"/>
          </a:xfrm>
        </p:grpSpPr>
        <p:sp>
          <p:nvSpPr>
            <p:cNvPr id="149" name="CustomShape 5"/>
            <p:cNvSpPr/>
            <p:nvPr/>
          </p:nvSpPr>
          <p:spPr>
            <a:xfrm>
              <a:off x="62280" y="871560"/>
              <a:ext cx="36720" cy="231480"/>
            </a:xfrm>
            <a:prstGeom prst="rect">
              <a:avLst/>
            </a:prstGeom>
            <a:solidFill>
              <a:srgbClr val="FFFFFF"/>
            </a:solidFill>
            <a:ln w="25560">
              <a:noFill/>
            </a:ln>
          </p:spPr>
          <p:style>
            <a:lnRef idx="0">
              <a:scrgbClr r="0" g="0" b="0"/>
            </a:lnRef>
            <a:fillRef idx="0">
              <a:scrgbClr r="0" g="0" b="0"/>
            </a:fillRef>
            <a:effectRef idx="0">
              <a:scrgbClr r="0" g="0" b="0"/>
            </a:effectRef>
            <a:fontRef idx="minor"/>
          </p:style>
        </p:sp>
        <p:sp>
          <p:nvSpPr>
            <p:cNvPr id="150" name="CustomShape 6"/>
            <p:cNvSpPr/>
            <p:nvPr/>
          </p:nvSpPr>
          <p:spPr>
            <a:xfrm>
              <a:off x="133560" y="871560"/>
              <a:ext cx="36720" cy="231480"/>
            </a:xfrm>
            <a:prstGeom prst="rect">
              <a:avLst/>
            </a:prstGeom>
            <a:solidFill>
              <a:srgbClr val="FFFFFF"/>
            </a:solidFill>
            <a:ln w="25560">
              <a:noFill/>
            </a:ln>
          </p:spPr>
          <p:style>
            <a:lnRef idx="0">
              <a:scrgbClr r="0" g="0" b="0"/>
            </a:lnRef>
            <a:fillRef idx="0">
              <a:scrgbClr r="0" g="0" b="0"/>
            </a:fillRef>
            <a:effectRef idx="0">
              <a:scrgbClr r="0" g="0" b="0"/>
            </a:effectRef>
            <a:fontRef idx="minor"/>
          </p:style>
        </p:sp>
        <p:sp>
          <p:nvSpPr>
            <p:cNvPr id="151" name="CustomShape 7"/>
            <p:cNvSpPr/>
            <p:nvPr/>
          </p:nvSpPr>
          <p:spPr>
            <a:xfrm>
              <a:off x="202680" y="871560"/>
              <a:ext cx="36720" cy="231480"/>
            </a:xfrm>
            <a:prstGeom prst="rect">
              <a:avLst/>
            </a:prstGeom>
            <a:solidFill>
              <a:srgbClr val="FFFFFF"/>
            </a:solidFill>
            <a:ln w="25560">
              <a:noFill/>
            </a:ln>
          </p:spPr>
          <p:style>
            <a:lnRef idx="0">
              <a:scrgbClr r="0" g="0" b="0"/>
            </a:lnRef>
            <a:fillRef idx="0">
              <a:scrgbClr r="0" g="0" b="0"/>
            </a:fillRef>
            <a:effectRef idx="0">
              <a:scrgbClr r="0" g="0" b="0"/>
            </a:effectRef>
            <a:fontRef idx="minor"/>
          </p:style>
        </p:sp>
        <p:sp>
          <p:nvSpPr>
            <p:cNvPr id="152" name="CustomShape 8"/>
            <p:cNvSpPr/>
            <p:nvPr/>
          </p:nvSpPr>
          <p:spPr>
            <a:xfrm>
              <a:off x="262440" y="871560"/>
              <a:ext cx="36720" cy="231480"/>
            </a:xfrm>
            <a:prstGeom prst="rect">
              <a:avLst/>
            </a:prstGeom>
            <a:solidFill>
              <a:srgbClr val="FFFFFF"/>
            </a:solidFill>
            <a:ln w="25560">
              <a:noFill/>
            </a:ln>
          </p:spPr>
          <p:style>
            <a:lnRef idx="0">
              <a:scrgbClr r="0" g="0" b="0"/>
            </a:lnRef>
            <a:fillRef idx="0">
              <a:scrgbClr r="0" g="0" b="0"/>
            </a:fillRef>
            <a:effectRef idx="0">
              <a:scrgbClr r="0" g="0" b="0"/>
            </a:effectRef>
            <a:fontRef idx="minor"/>
          </p:style>
        </p:sp>
        <p:sp>
          <p:nvSpPr>
            <p:cNvPr id="153" name="CustomShape 9"/>
            <p:cNvSpPr/>
            <p:nvPr/>
          </p:nvSpPr>
          <p:spPr>
            <a:xfrm>
              <a:off x="324360" y="871560"/>
              <a:ext cx="36720" cy="231480"/>
            </a:xfrm>
            <a:prstGeom prst="rect">
              <a:avLst/>
            </a:prstGeom>
            <a:solidFill>
              <a:srgbClr val="FFFFFF"/>
            </a:solidFill>
            <a:ln w="25560">
              <a:noFill/>
            </a:ln>
          </p:spPr>
          <p:style>
            <a:lnRef idx="0">
              <a:scrgbClr r="0" g="0" b="0"/>
            </a:lnRef>
            <a:fillRef idx="0">
              <a:scrgbClr r="0" g="0" b="0"/>
            </a:fillRef>
            <a:effectRef idx="0">
              <a:scrgbClr r="0" g="0" b="0"/>
            </a:effectRef>
            <a:fontRef idx="minor"/>
          </p:style>
        </p:sp>
        <p:sp>
          <p:nvSpPr>
            <p:cNvPr id="154" name="CustomShape 10"/>
            <p:cNvSpPr/>
            <p:nvPr/>
          </p:nvSpPr>
          <p:spPr>
            <a:xfrm rot="5400000">
              <a:off x="262080" y="944280"/>
              <a:ext cx="312480" cy="83160"/>
            </a:xfrm>
            <a:prstGeom prst="triangle">
              <a:avLst>
                <a:gd name="adj" fmla="val 50000"/>
              </a:avLst>
            </a:prstGeom>
            <a:solidFill>
              <a:srgbClr val="FFFFFF"/>
            </a:solidFill>
            <a:ln w="25560">
              <a:noFill/>
            </a:ln>
          </p:spPr>
          <p:style>
            <a:lnRef idx="0">
              <a:scrgbClr r="0" g="0" b="0"/>
            </a:lnRef>
            <a:fillRef idx="0">
              <a:scrgbClr r="0" g="0" b="0"/>
            </a:fillRef>
            <a:effectRef idx="0">
              <a:scrgbClr r="0" g="0" b="0"/>
            </a:effectRef>
            <a:fontRef idx="minor"/>
          </p:style>
        </p:sp>
      </p:grpSp>
      <p:sp>
        <p:nvSpPr>
          <p:cNvPr id="15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r>
              <a:rPr lang="en-US" sz="4400" b="0" strike="noStrike" spc="-1">
                <a:latin typeface="Arial"/>
              </a:rPr>
              <a:t>Click to edit the title text format</a:t>
            </a:r>
          </a:p>
        </p:txBody>
      </p:sp>
      <p:sp>
        <p:nvSpPr>
          <p:cNvPr id="156"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3" name="CustomShape 1"/>
          <p:cNvSpPr/>
          <p:nvPr/>
        </p:nvSpPr>
        <p:spPr>
          <a:xfrm>
            <a:off x="11327760" y="6585840"/>
            <a:ext cx="917280" cy="2268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r">
              <a:lnSpc>
                <a:spcPct val="100000"/>
              </a:lnSpc>
              <a:buNone/>
            </a:pPr>
            <a:fld id="{E25AE6C0-380F-4547-A889-8A8AE71E68E4}" type="slidenum">
              <a:rPr lang="en-GB" sz="900" b="0" strike="noStrike" spc="-1">
                <a:solidFill>
                  <a:srgbClr val="AFABAB"/>
                </a:solidFill>
                <a:latin typeface="Arial"/>
                <a:ea typeface="Tahoma"/>
              </a:rPr>
              <a:t>‹#›</a:t>
            </a:fld>
            <a:r>
              <a:rPr lang="tr-TR" sz="900" b="0" strike="noStrike" spc="-1">
                <a:solidFill>
                  <a:srgbClr val="AFABAB"/>
                </a:solidFill>
                <a:latin typeface="Arial"/>
                <a:ea typeface="Tahoma"/>
              </a:rPr>
              <a:t> / </a:t>
            </a:r>
            <a:r>
              <a:rPr lang="en-US" sz="900" b="0" strike="noStrike" spc="-1">
                <a:solidFill>
                  <a:srgbClr val="AFABAB"/>
                </a:solidFill>
                <a:latin typeface="Arial"/>
                <a:ea typeface="Tahoma"/>
              </a:rPr>
              <a:t>11</a:t>
            </a:r>
            <a:endParaRPr lang="en-US" sz="900" b="0" strike="noStrike" spc="-1">
              <a:latin typeface="Arial"/>
            </a:endParaRPr>
          </a:p>
        </p:txBody>
      </p:sp>
      <p:pic>
        <p:nvPicPr>
          <p:cNvPr id="194" name="Picture 17"/>
          <p:cNvPicPr/>
          <p:nvPr/>
        </p:nvPicPr>
        <p:blipFill>
          <a:blip r:embed="rId14"/>
          <a:stretch/>
        </p:blipFill>
        <p:spPr>
          <a:xfrm>
            <a:off x="-18000" y="-720"/>
            <a:ext cx="3341880" cy="6853680"/>
          </a:xfrm>
          <a:prstGeom prst="rect">
            <a:avLst/>
          </a:prstGeom>
          <a:ln w="0">
            <a:noFill/>
          </a:ln>
        </p:spPr>
      </p:pic>
      <p:sp>
        <p:nvSpPr>
          <p:cNvPr id="195" name="CustomShape 2"/>
          <p:cNvSpPr/>
          <p:nvPr/>
        </p:nvSpPr>
        <p:spPr>
          <a:xfrm>
            <a:off x="-18360" y="0"/>
            <a:ext cx="3591720" cy="577440"/>
          </a:xfrm>
          <a:prstGeom prst="rect">
            <a:avLst/>
          </a:prstGeom>
          <a:solidFill>
            <a:srgbClr val="FFFFFF"/>
          </a:solidFill>
          <a:ln w="25560">
            <a:noFill/>
          </a:ln>
        </p:spPr>
        <p:style>
          <a:lnRef idx="0">
            <a:scrgbClr r="0" g="0" b="0"/>
          </a:lnRef>
          <a:fillRef idx="0">
            <a:scrgbClr r="0" g="0" b="0"/>
          </a:fillRef>
          <a:effectRef idx="0">
            <a:scrgbClr r="0" g="0" b="0"/>
          </a:effectRef>
          <a:fontRef idx="minor"/>
        </p:style>
      </p:sp>
      <p:grpSp>
        <p:nvGrpSpPr>
          <p:cNvPr id="196" name="Group 3"/>
          <p:cNvGrpSpPr/>
          <p:nvPr/>
        </p:nvGrpSpPr>
        <p:grpSpPr>
          <a:xfrm>
            <a:off x="0" y="199440"/>
            <a:ext cx="12175920" cy="341640"/>
            <a:chOff x="0" y="199440"/>
            <a:chExt cx="12175920" cy="341640"/>
          </a:xfrm>
        </p:grpSpPr>
        <p:pic>
          <p:nvPicPr>
            <p:cNvPr id="197" name="Picture 20"/>
            <p:cNvPicPr/>
            <p:nvPr/>
          </p:nvPicPr>
          <p:blipFill>
            <a:blip r:embed="rId15"/>
            <a:stretch/>
          </p:blipFill>
          <p:spPr>
            <a:xfrm>
              <a:off x="11281320" y="199440"/>
              <a:ext cx="894600" cy="341640"/>
            </a:xfrm>
            <a:prstGeom prst="rect">
              <a:avLst/>
            </a:prstGeom>
            <a:ln w="0">
              <a:noFill/>
            </a:ln>
          </p:spPr>
        </p:pic>
        <p:pic>
          <p:nvPicPr>
            <p:cNvPr id="198" name="Picture 21"/>
            <p:cNvPicPr/>
            <p:nvPr/>
          </p:nvPicPr>
          <p:blipFill>
            <a:blip r:embed="rId16"/>
            <a:srcRect l="13722" r="58059"/>
            <a:stretch/>
          </p:blipFill>
          <p:spPr>
            <a:xfrm>
              <a:off x="0" y="199440"/>
              <a:ext cx="11642400" cy="341640"/>
            </a:xfrm>
            <a:prstGeom prst="rect">
              <a:avLst/>
            </a:prstGeom>
            <a:ln w="0">
              <a:noFill/>
            </a:ln>
          </p:spPr>
        </p:pic>
      </p:grpSp>
      <p:pic>
        <p:nvPicPr>
          <p:cNvPr id="199" name="Picture 19"/>
          <p:cNvPicPr/>
          <p:nvPr/>
        </p:nvPicPr>
        <p:blipFill>
          <a:blip r:embed="rId17"/>
          <a:stretch/>
        </p:blipFill>
        <p:spPr>
          <a:xfrm>
            <a:off x="-18000" y="6361200"/>
            <a:ext cx="1524960" cy="498960"/>
          </a:xfrm>
          <a:prstGeom prst="rect">
            <a:avLst/>
          </a:prstGeom>
          <a:ln w="0">
            <a:noFill/>
          </a:ln>
        </p:spPr>
      </p:pic>
      <p:grpSp>
        <p:nvGrpSpPr>
          <p:cNvPr id="200" name="Group 4"/>
          <p:cNvGrpSpPr/>
          <p:nvPr/>
        </p:nvGrpSpPr>
        <p:grpSpPr>
          <a:xfrm>
            <a:off x="62280" y="829800"/>
            <a:ext cx="397800" cy="312480"/>
            <a:chOff x="62280" y="829800"/>
            <a:chExt cx="397800" cy="312480"/>
          </a:xfrm>
        </p:grpSpPr>
        <p:sp>
          <p:nvSpPr>
            <p:cNvPr id="201" name="CustomShape 5"/>
            <p:cNvSpPr/>
            <p:nvPr/>
          </p:nvSpPr>
          <p:spPr>
            <a:xfrm>
              <a:off x="62280" y="871560"/>
              <a:ext cx="36720" cy="231480"/>
            </a:xfrm>
            <a:prstGeom prst="rect">
              <a:avLst/>
            </a:prstGeom>
            <a:solidFill>
              <a:srgbClr val="FFFFFF"/>
            </a:solidFill>
            <a:ln w="25560">
              <a:noFill/>
            </a:ln>
          </p:spPr>
          <p:style>
            <a:lnRef idx="0">
              <a:scrgbClr r="0" g="0" b="0"/>
            </a:lnRef>
            <a:fillRef idx="0">
              <a:scrgbClr r="0" g="0" b="0"/>
            </a:fillRef>
            <a:effectRef idx="0">
              <a:scrgbClr r="0" g="0" b="0"/>
            </a:effectRef>
            <a:fontRef idx="minor"/>
          </p:style>
        </p:sp>
        <p:sp>
          <p:nvSpPr>
            <p:cNvPr id="202" name="CustomShape 6"/>
            <p:cNvSpPr/>
            <p:nvPr/>
          </p:nvSpPr>
          <p:spPr>
            <a:xfrm>
              <a:off x="133560" y="871560"/>
              <a:ext cx="36720" cy="231480"/>
            </a:xfrm>
            <a:prstGeom prst="rect">
              <a:avLst/>
            </a:prstGeom>
            <a:solidFill>
              <a:srgbClr val="FFFFFF"/>
            </a:solidFill>
            <a:ln w="25560">
              <a:noFill/>
            </a:ln>
          </p:spPr>
          <p:style>
            <a:lnRef idx="0">
              <a:scrgbClr r="0" g="0" b="0"/>
            </a:lnRef>
            <a:fillRef idx="0">
              <a:scrgbClr r="0" g="0" b="0"/>
            </a:fillRef>
            <a:effectRef idx="0">
              <a:scrgbClr r="0" g="0" b="0"/>
            </a:effectRef>
            <a:fontRef idx="minor"/>
          </p:style>
        </p:sp>
        <p:sp>
          <p:nvSpPr>
            <p:cNvPr id="203" name="CustomShape 7"/>
            <p:cNvSpPr/>
            <p:nvPr/>
          </p:nvSpPr>
          <p:spPr>
            <a:xfrm>
              <a:off x="202680" y="871560"/>
              <a:ext cx="36720" cy="231480"/>
            </a:xfrm>
            <a:prstGeom prst="rect">
              <a:avLst/>
            </a:prstGeom>
            <a:solidFill>
              <a:srgbClr val="FFFFFF"/>
            </a:solidFill>
            <a:ln w="25560">
              <a:noFill/>
            </a:ln>
          </p:spPr>
          <p:style>
            <a:lnRef idx="0">
              <a:scrgbClr r="0" g="0" b="0"/>
            </a:lnRef>
            <a:fillRef idx="0">
              <a:scrgbClr r="0" g="0" b="0"/>
            </a:fillRef>
            <a:effectRef idx="0">
              <a:scrgbClr r="0" g="0" b="0"/>
            </a:effectRef>
            <a:fontRef idx="minor"/>
          </p:style>
        </p:sp>
        <p:sp>
          <p:nvSpPr>
            <p:cNvPr id="204" name="CustomShape 8"/>
            <p:cNvSpPr/>
            <p:nvPr/>
          </p:nvSpPr>
          <p:spPr>
            <a:xfrm>
              <a:off x="262440" y="871560"/>
              <a:ext cx="36720" cy="231480"/>
            </a:xfrm>
            <a:prstGeom prst="rect">
              <a:avLst/>
            </a:prstGeom>
            <a:solidFill>
              <a:srgbClr val="FFFFFF"/>
            </a:solidFill>
            <a:ln w="25560">
              <a:noFill/>
            </a:ln>
          </p:spPr>
          <p:style>
            <a:lnRef idx="0">
              <a:scrgbClr r="0" g="0" b="0"/>
            </a:lnRef>
            <a:fillRef idx="0">
              <a:scrgbClr r="0" g="0" b="0"/>
            </a:fillRef>
            <a:effectRef idx="0">
              <a:scrgbClr r="0" g="0" b="0"/>
            </a:effectRef>
            <a:fontRef idx="minor"/>
          </p:style>
        </p:sp>
        <p:sp>
          <p:nvSpPr>
            <p:cNvPr id="205" name="CustomShape 9"/>
            <p:cNvSpPr/>
            <p:nvPr/>
          </p:nvSpPr>
          <p:spPr>
            <a:xfrm>
              <a:off x="324360" y="871560"/>
              <a:ext cx="36720" cy="231480"/>
            </a:xfrm>
            <a:prstGeom prst="rect">
              <a:avLst/>
            </a:prstGeom>
            <a:solidFill>
              <a:srgbClr val="FFFFFF"/>
            </a:solidFill>
            <a:ln w="25560">
              <a:noFill/>
            </a:ln>
          </p:spPr>
          <p:style>
            <a:lnRef idx="0">
              <a:scrgbClr r="0" g="0" b="0"/>
            </a:lnRef>
            <a:fillRef idx="0">
              <a:scrgbClr r="0" g="0" b="0"/>
            </a:fillRef>
            <a:effectRef idx="0">
              <a:scrgbClr r="0" g="0" b="0"/>
            </a:effectRef>
            <a:fontRef idx="minor"/>
          </p:style>
        </p:sp>
        <p:sp>
          <p:nvSpPr>
            <p:cNvPr id="206" name="CustomShape 10"/>
            <p:cNvSpPr/>
            <p:nvPr/>
          </p:nvSpPr>
          <p:spPr>
            <a:xfrm rot="5400000">
              <a:off x="262080" y="944280"/>
              <a:ext cx="312480" cy="83160"/>
            </a:xfrm>
            <a:prstGeom prst="triangle">
              <a:avLst>
                <a:gd name="adj" fmla="val 50000"/>
              </a:avLst>
            </a:prstGeom>
            <a:solidFill>
              <a:srgbClr val="FFFFFF"/>
            </a:solidFill>
            <a:ln w="25560">
              <a:noFill/>
            </a:ln>
          </p:spPr>
          <p:style>
            <a:lnRef idx="0">
              <a:scrgbClr r="0" g="0" b="0"/>
            </a:lnRef>
            <a:fillRef idx="0">
              <a:scrgbClr r="0" g="0" b="0"/>
            </a:fillRef>
            <a:effectRef idx="0">
              <a:scrgbClr r="0" g="0" b="0"/>
            </a:effectRef>
            <a:fontRef idx="minor"/>
          </p:style>
        </p:sp>
      </p:grpSp>
      <p:sp>
        <p:nvSpPr>
          <p:cNvPr id="20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r>
              <a:rPr lang="en-US" sz="4400" b="0" strike="noStrike" spc="-1">
                <a:latin typeface="Arial"/>
              </a:rPr>
              <a:t>Click to edit the title text format</a:t>
            </a:r>
          </a:p>
        </p:txBody>
      </p:sp>
      <p:sp>
        <p:nvSpPr>
          <p:cNvPr id="208"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blipFill>
        <a:effectLst/>
      </p:bgPr>
    </p:bg>
    <p:spTree>
      <p:nvGrpSpPr>
        <p:cNvPr id="1" name=""/>
        <p:cNvGrpSpPr/>
        <p:nvPr/>
      </p:nvGrpSpPr>
      <p:grpSpPr>
        <a:xfrm>
          <a:off x="0" y="0"/>
          <a:ext cx="0" cy="0"/>
          <a:chOff x="0" y="0"/>
          <a:chExt cx="0" cy="0"/>
        </a:xfrm>
      </p:grpSpPr>
      <p:sp>
        <p:nvSpPr>
          <p:cNvPr id="245" name="CustomShape 1"/>
          <p:cNvSpPr/>
          <p:nvPr/>
        </p:nvSpPr>
        <p:spPr>
          <a:xfrm>
            <a:off x="11327760" y="6585840"/>
            <a:ext cx="917280" cy="2268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r">
              <a:lnSpc>
                <a:spcPct val="100000"/>
              </a:lnSpc>
              <a:buNone/>
            </a:pPr>
            <a:fld id="{713F1B4A-F046-46DE-84CE-BC8B2C04A291}" type="slidenum">
              <a:rPr lang="en-GB" sz="900" b="0" strike="noStrike" spc="-1">
                <a:solidFill>
                  <a:srgbClr val="AFABAB"/>
                </a:solidFill>
                <a:latin typeface="Arial"/>
                <a:ea typeface="Tahoma"/>
              </a:rPr>
              <a:t>‹#›</a:t>
            </a:fld>
            <a:r>
              <a:rPr lang="tr-TR" sz="900" b="0" strike="noStrike" spc="-1">
                <a:solidFill>
                  <a:srgbClr val="AFABAB"/>
                </a:solidFill>
                <a:latin typeface="Arial"/>
                <a:ea typeface="Tahoma"/>
              </a:rPr>
              <a:t> / </a:t>
            </a:r>
            <a:r>
              <a:rPr lang="en-US" sz="900" b="0" strike="noStrike" spc="-1">
                <a:solidFill>
                  <a:srgbClr val="AFABAB"/>
                </a:solidFill>
                <a:latin typeface="Arial"/>
                <a:ea typeface="Tahoma"/>
              </a:rPr>
              <a:t>11</a:t>
            </a:r>
            <a:endParaRPr lang="en-US" sz="900" b="0" strike="noStrike" spc="-1">
              <a:latin typeface="Arial"/>
            </a:endParaRPr>
          </a:p>
        </p:txBody>
      </p:sp>
      <p:pic>
        <p:nvPicPr>
          <p:cNvPr id="246" name="Picture 7"/>
          <p:cNvPicPr/>
          <p:nvPr/>
        </p:nvPicPr>
        <p:blipFill>
          <a:blip r:embed="rId15"/>
          <a:stretch/>
        </p:blipFill>
        <p:spPr>
          <a:xfrm>
            <a:off x="233640" y="567720"/>
            <a:ext cx="3820320" cy="1254960"/>
          </a:xfrm>
          <a:prstGeom prst="rect">
            <a:avLst/>
          </a:prstGeom>
          <a:ln w="0">
            <a:noFill/>
          </a:ln>
        </p:spPr>
      </p:pic>
      <p:sp>
        <p:nvSpPr>
          <p:cNvPr id="24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r>
              <a:rPr lang="en-US" sz="4400" b="0" strike="noStrike" spc="-1">
                <a:latin typeface="Arial"/>
              </a:rPr>
              <a:t>Click to edit the title text format</a:t>
            </a:r>
          </a:p>
        </p:txBody>
      </p:sp>
      <p:sp>
        <p:nvSpPr>
          <p:cNvPr id="248"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FFFFFF"/>
              </a:buClr>
              <a:buSzPct val="75000"/>
              <a:buFont typeface="Symbol" charset="2"/>
              <a:buChar char=""/>
            </a:pPr>
            <a:r>
              <a:rPr lang="en-US" sz="2800" b="0" strike="noStrike" spc="-1">
                <a:latin typeface="Arial"/>
              </a:rPr>
              <a:t>Second Outline Level</a:t>
            </a:r>
          </a:p>
          <a:p>
            <a:pPr marL="1296000" lvl="2" indent="-288000">
              <a:spcBef>
                <a:spcPts val="850"/>
              </a:spcBef>
              <a:buClr>
                <a:srgbClr val="FFFFFF"/>
              </a:buClr>
              <a:buSzPct val="45000"/>
              <a:buFont typeface="Wingdings" charset="2"/>
              <a:buChar char=""/>
            </a:pPr>
            <a:r>
              <a:rPr lang="en-US" sz="2400" b="0" strike="noStrike" spc="-1">
                <a:latin typeface="Arial"/>
              </a:rPr>
              <a:t>Third Outline Level</a:t>
            </a:r>
          </a:p>
          <a:p>
            <a:pPr marL="1728000" lvl="3" indent="-216000">
              <a:spcBef>
                <a:spcPts val="567"/>
              </a:spcBef>
              <a:buClr>
                <a:srgbClr val="FFFFFF"/>
              </a:buClr>
              <a:buSzPct val="75000"/>
              <a:buFont typeface="Symbol" charset="2"/>
              <a:buChar char=""/>
            </a:pPr>
            <a:r>
              <a:rPr lang="en-US" sz="2000" b="0" strike="noStrike" spc="-1">
                <a:latin typeface="Arial"/>
              </a:rPr>
              <a:t>Fourth Outline Level</a:t>
            </a:r>
          </a:p>
          <a:p>
            <a:pPr marL="2160000" lvl="4" indent="-216000">
              <a:spcBef>
                <a:spcPts val="283"/>
              </a:spcBef>
              <a:buClr>
                <a:srgbClr val="FFFFFF"/>
              </a:buClr>
              <a:buSzPct val="45000"/>
              <a:buFont typeface="Wingdings" charset="2"/>
              <a:buChar char=""/>
            </a:pPr>
            <a:r>
              <a:rPr lang="en-US" sz="2000" b="0" strike="noStrike" spc="-1">
                <a:latin typeface="Arial"/>
              </a:rPr>
              <a:t>Fifth Outline Level</a:t>
            </a:r>
          </a:p>
          <a:p>
            <a:pPr marL="2592000" lvl="5" indent="-216000">
              <a:spcBef>
                <a:spcPts val="283"/>
              </a:spcBef>
              <a:buClr>
                <a:srgbClr val="FFFFFF"/>
              </a:buClr>
              <a:buSzPct val="45000"/>
              <a:buFont typeface="Wingdings" charset="2"/>
              <a:buChar char=""/>
            </a:pPr>
            <a:r>
              <a:rPr lang="en-US" sz="2000" b="0" strike="noStrike" spc="-1">
                <a:latin typeface="Arial"/>
              </a:rPr>
              <a:t>Sixth Outline Level</a:t>
            </a:r>
          </a:p>
          <a:p>
            <a:pPr marL="3024000" lvl="6" indent="-216000">
              <a:spcBef>
                <a:spcPts val="283"/>
              </a:spcBef>
              <a:buClr>
                <a:srgbClr val="FFFFFF"/>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5" name="CustomShape 1"/>
          <p:cNvSpPr/>
          <p:nvPr/>
        </p:nvSpPr>
        <p:spPr>
          <a:xfrm>
            <a:off x="11327760" y="6585840"/>
            <a:ext cx="917280" cy="2268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r">
              <a:lnSpc>
                <a:spcPct val="100000"/>
              </a:lnSpc>
              <a:buNone/>
            </a:pPr>
            <a:fld id="{2A319267-7D43-4247-B905-D6048B7F705A}" type="slidenum">
              <a:rPr lang="en-GB" sz="900" b="0" strike="noStrike" spc="-1">
                <a:solidFill>
                  <a:srgbClr val="AFABAB"/>
                </a:solidFill>
                <a:latin typeface="Arial"/>
                <a:ea typeface="Tahoma"/>
              </a:rPr>
              <a:t>‹#›</a:t>
            </a:fld>
            <a:r>
              <a:rPr lang="tr-TR" sz="900" b="0" strike="noStrike" spc="-1">
                <a:solidFill>
                  <a:srgbClr val="AFABAB"/>
                </a:solidFill>
                <a:latin typeface="Arial"/>
                <a:ea typeface="Tahoma"/>
              </a:rPr>
              <a:t> / </a:t>
            </a:r>
            <a:r>
              <a:rPr lang="en-US" sz="900" b="0" strike="noStrike" spc="-1">
                <a:solidFill>
                  <a:srgbClr val="AFABAB"/>
                </a:solidFill>
                <a:latin typeface="Arial"/>
                <a:ea typeface="Tahoma"/>
              </a:rPr>
              <a:t>11</a:t>
            </a:r>
            <a:endParaRPr lang="en-US" sz="900" b="0" strike="noStrike" spc="-1">
              <a:latin typeface="Arial"/>
            </a:endParaRPr>
          </a:p>
        </p:txBody>
      </p:sp>
      <p:pic>
        <p:nvPicPr>
          <p:cNvPr id="286" name="Picture 17"/>
          <p:cNvPicPr/>
          <p:nvPr/>
        </p:nvPicPr>
        <p:blipFill>
          <a:blip r:embed="rId14"/>
          <a:stretch/>
        </p:blipFill>
        <p:spPr>
          <a:xfrm>
            <a:off x="-18000" y="-720"/>
            <a:ext cx="3341880" cy="6853680"/>
          </a:xfrm>
          <a:prstGeom prst="rect">
            <a:avLst/>
          </a:prstGeom>
          <a:ln w="0">
            <a:noFill/>
          </a:ln>
        </p:spPr>
      </p:pic>
      <p:sp>
        <p:nvSpPr>
          <p:cNvPr id="287" name="CustomShape 2"/>
          <p:cNvSpPr/>
          <p:nvPr/>
        </p:nvSpPr>
        <p:spPr>
          <a:xfrm>
            <a:off x="-18360" y="0"/>
            <a:ext cx="3591720" cy="577440"/>
          </a:xfrm>
          <a:prstGeom prst="rect">
            <a:avLst/>
          </a:prstGeom>
          <a:solidFill>
            <a:srgbClr val="FFFFFF"/>
          </a:solidFill>
          <a:ln w="25560">
            <a:noFill/>
          </a:ln>
        </p:spPr>
        <p:style>
          <a:lnRef idx="0">
            <a:scrgbClr r="0" g="0" b="0"/>
          </a:lnRef>
          <a:fillRef idx="0">
            <a:scrgbClr r="0" g="0" b="0"/>
          </a:fillRef>
          <a:effectRef idx="0">
            <a:scrgbClr r="0" g="0" b="0"/>
          </a:effectRef>
          <a:fontRef idx="minor"/>
        </p:style>
      </p:sp>
      <p:grpSp>
        <p:nvGrpSpPr>
          <p:cNvPr id="288" name="Group 3"/>
          <p:cNvGrpSpPr/>
          <p:nvPr/>
        </p:nvGrpSpPr>
        <p:grpSpPr>
          <a:xfrm>
            <a:off x="0" y="199440"/>
            <a:ext cx="12175920" cy="341640"/>
            <a:chOff x="0" y="199440"/>
            <a:chExt cx="12175920" cy="341640"/>
          </a:xfrm>
        </p:grpSpPr>
        <p:pic>
          <p:nvPicPr>
            <p:cNvPr id="289" name="Picture 20"/>
            <p:cNvPicPr/>
            <p:nvPr/>
          </p:nvPicPr>
          <p:blipFill>
            <a:blip r:embed="rId15"/>
            <a:stretch/>
          </p:blipFill>
          <p:spPr>
            <a:xfrm>
              <a:off x="11281320" y="199440"/>
              <a:ext cx="894600" cy="341640"/>
            </a:xfrm>
            <a:prstGeom prst="rect">
              <a:avLst/>
            </a:prstGeom>
            <a:ln w="0">
              <a:noFill/>
            </a:ln>
          </p:spPr>
        </p:pic>
        <p:pic>
          <p:nvPicPr>
            <p:cNvPr id="290" name="Picture 21"/>
            <p:cNvPicPr/>
            <p:nvPr/>
          </p:nvPicPr>
          <p:blipFill>
            <a:blip r:embed="rId16"/>
            <a:srcRect l="13722" r="58059"/>
            <a:stretch/>
          </p:blipFill>
          <p:spPr>
            <a:xfrm>
              <a:off x="0" y="199440"/>
              <a:ext cx="11642400" cy="341640"/>
            </a:xfrm>
            <a:prstGeom prst="rect">
              <a:avLst/>
            </a:prstGeom>
            <a:ln w="0">
              <a:noFill/>
            </a:ln>
          </p:spPr>
        </p:pic>
      </p:grpSp>
      <p:pic>
        <p:nvPicPr>
          <p:cNvPr id="291" name="Picture 19"/>
          <p:cNvPicPr/>
          <p:nvPr/>
        </p:nvPicPr>
        <p:blipFill>
          <a:blip r:embed="rId17"/>
          <a:stretch/>
        </p:blipFill>
        <p:spPr>
          <a:xfrm>
            <a:off x="-18000" y="6361200"/>
            <a:ext cx="1524960" cy="498960"/>
          </a:xfrm>
          <a:prstGeom prst="rect">
            <a:avLst/>
          </a:prstGeom>
          <a:ln w="0">
            <a:noFill/>
          </a:ln>
        </p:spPr>
      </p:pic>
      <p:grpSp>
        <p:nvGrpSpPr>
          <p:cNvPr id="292" name="Group 4"/>
          <p:cNvGrpSpPr/>
          <p:nvPr/>
        </p:nvGrpSpPr>
        <p:grpSpPr>
          <a:xfrm>
            <a:off x="62280" y="829800"/>
            <a:ext cx="397800" cy="312480"/>
            <a:chOff x="62280" y="829800"/>
            <a:chExt cx="397800" cy="312480"/>
          </a:xfrm>
        </p:grpSpPr>
        <p:sp>
          <p:nvSpPr>
            <p:cNvPr id="293" name="CustomShape 5"/>
            <p:cNvSpPr/>
            <p:nvPr/>
          </p:nvSpPr>
          <p:spPr>
            <a:xfrm>
              <a:off x="62280" y="871560"/>
              <a:ext cx="36720" cy="231480"/>
            </a:xfrm>
            <a:prstGeom prst="rect">
              <a:avLst/>
            </a:prstGeom>
            <a:solidFill>
              <a:srgbClr val="FFFFFF"/>
            </a:solidFill>
            <a:ln w="25560">
              <a:noFill/>
            </a:ln>
          </p:spPr>
          <p:style>
            <a:lnRef idx="0">
              <a:scrgbClr r="0" g="0" b="0"/>
            </a:lnRef>
            <a:fillRef idx="0">
              <a:scrgbClr r="0" g="0" b="0"/>
            </a:fillRef>
            <a:effectRef idx="0">
              <a:scrgbClr r="0" g="0" b="0"/>
            </a:effectRef>
            <a:fontRef idx="minor"/>
          </p:style>
        </p:sp>
        <p:sp>
          <p:nvSpPr>
            <p:cNvPr id="294" name="CustomShape 6"/>
            <p:cNvSpPr/>
            <p:nvPr/>
          </p:nvSpPr>
          <p:spPr>
            <a:xfrm>
              <a:off x="133560" y="871560"/>
              <a:ext cx="36720" cy="231480"/>
            </a:xfrm>
            <a:prstGeom prst="rect">
              <a:avLst/>
            </a:prstGeom>
            <a:solidFill>
              <a:srgbClr val="FFFFFF"/>
            </a:solidFill>
            <a:ln w="25560">
              <a:noFill/>
            </a:ln>
          </p:spPr>
          <p:style>
            <a:lnRef idx="0">
              <a:scrgbClr r="0" g="0" b="0"/>
            </a:lnRef>
            <a:fillRef idx="0">
              <a:scrgbClr r="0" g="0" b="0"/>
            </a:fillRef>
            <a:effectRef idx="0">
              <a:scrgbClr r="0" g="0" b="0"/>
            </a:effectRef>
            <a:fontRef idx="minor"/>
          </p:style>
        </p:sp>
        <p:sp>
          <p:nvSpPr>
            <p:cNvPr id="295" name="CustomShape 7"/>
            <p:cNvSpPr/>
            <p:nvPr/>
          </p:nvSpPr>
          <p:spPr>
            <a:xfrm>
              <a:off x="202680" y="871560"/>
              <a:ext cx="36720" cy="231480"/>
            </a:xfrm>
            <a:prstGeom prst="rect">
              <a:avLst/>
            </a:prstGeom>
            <a:solidFill>
              <a:srgbClr val="FFFFFF"/>
            </a:solidFill>
            <a:ln w="25560">
              <a:noFill/>
            </a:ln>
          </p:spPr>
          <p:style>
            <a:lnRef idx="0">
              <a:scrgbClr r="0" g="0" b="0"/>
            </a:lnRef>
            <a:fillRef idx="0">
              <a:scrgbClr r="0" g="0" b="0"/>
            </a:fillRef>
            <a:effectRef idx="0">
              <a:scrgbClr r="0" g="0" b="0"/>
            </a:effectRef>
            <a:fontRef idx="minor"/>
          </p:style>
        </p:sp>
        <p:sp>
          <p:nvSpPr>
            <p:cNvPr id="296" name="CustomShape 8"/>
            <p:cNvSpPr/>
            <p:nvPr/>
          </p:nvSpPr>
          <p:spPr>
            <a:xfrm>
              <a:off x="262440" y="871560"/>
              <a:ext cx="36720" cy="231480"/>
            </a:xfrm>
            <a:prstGeom prst="rect">
              <a:avLst/>
            </a:prstGeom>
            <a:solidFill>
              <a:srgbClr val="FFFFFF"/>
            </a:solidFill>
            <a:ln w="25560">
              <a:noFill/>
            </a:ln>
          </p:spPr>
          <p:style>
            <a:lnRef idx="0">
              <a:scrgbClr r="0" g="0" b="0"/>
            </a:lnRef>
            <a:fillRef idx="0">
              <a:scrgbClr r="0" g="0" b="0"/>
            </a:fillRef>
            <a:effectRef idx="0">
              <a:scrgbClr r="0" g="0" b="0"/>
            </a:effectRef>
            <a:fontRef idx="minor"/>
          </p:style>
        </p:sp>
        <p:sp>
          <p:nvSpPr>
            <p:cNvPr id="297" name="CustomShape 9"/>
            <p:cNvSpPr/>
            <p:nvPr/>
          </p:nvSpPr>
          <p:spPr>
            <a:xfrm>
              <a:off x="324360" y="871560"/>
              <a:ext cx="36720" cy="231480"/>
            </a:xfrm>
            <a:prstGeom prst="rect">
              <a:avLst/>
            </a:prstGeom>
            <a:solidFill>
              <a:srgbClr val="FFFFFF"/>
            </a:solidFill>
            <a:ln w="25560">
              <a:noFill/>
            </a:ln>
          </p:spPr>
          <p:style>
            <a:lnRef idx="0">
              <a:scrgbClr r="0" g="0" b="0"/>
            </a:lnRef>
            <a:fillRef idx="0">
              <a:scrgbClr r="0" g="0" b="0"/>
            </a:fillRef>
            <a:effectRef idx="0">
              <a:scrgbClr r="0" g="0" b="0"/>
            </a:effectRef>
            <a:fontRef idx="minor"/>
          </p:style>
        </p:sp>
        <p:sp>
          <p:nvSpPr>
            <p:cNvPr id="298" name="CustomShape 10"/>
            <p:cNvSpPr/>
            <p:nvPr/>
          </p:nvSpPr>
          <p:spPr>
            <a:xfrm rot="5400000">
              <a:off x="262080" y="944280"/>
              <a:ext cx="312480" cy="83160"/>
            </a:xfrm>
            <a:prstGeom prst="triangle">
              <a:avLst>
                <a:gd name="adj" fmla="val 50000"/>
              </a:avLst>
            </a:prstGeom>
            <a:solidFill>
              <a:srgbClr val="FFFFFF"/>
            </a:solidFill>
            <a:ln w="25560">
              <a:noFill/>
            </a:ln>
          </p:spPr>
          <p:style>
            <a:lnRef idx="0">
              <a:scrgbClr r="0" g="0" b="0"/>
            </a:lnRef>
            <a:fillRef idx="0">
              <a:scrgbClr r="0" g="0" b="0"/>
            </a:fillRef>
            <a:effectRef idx="0">
              <a:scrgbClr r="0" g="0" b="0"/>
            </a:effectRef>
            <a:fontRef idx="minor"/>
          </p:style>
        </p:sp>
      </p:grpSp>
      <p:sp>
        <p:nvSpPr>
          <p:cNvPr id="29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r>
              <a:rPr lang="en-US" sz="4400" b="0" strike="noStrike" spc="-1">
                <a:latin typeface="Arial"/>
              </a:rPr>
              <a:t>Click to edit the title text format</a:t>
            </a:r>
          </a:p>
        </p:txBody>
      </p:sp>
      <p:sp>
        <p:nvSpPr>
          <p:cNvPr id="300"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5.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 name="CustomShape 1"/>
          <p:cNvSpPr/>
          <p:nvPr/>
        </p:nvSpPr>
        <p:spPr>
          <a:xfrm>
            <a:off x="527010" y="1737105"/>
            <a:ext cx="3230640" cy="1519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432000" indent="-320040">
              <a:lnSpc>
                <a:spcPct val="100000"/>
              </a:lnSpc>
              <a:spcBef>
                <a:spcPts val="1417"/>
              </a:spcBef>
              <a:buClr>
                <a:srgbClr val="000000"/>
              </a:buClr>
              <a:buSzPct val="45000"/>
              <a:buFont typeface="Wingdings" charset="2"/>
              <a:buChar char=""/>
            </a:pPr>
            <a:r>
              <a:rPr lang="tr-TR" sz="2500" b="0" strike="noStrike" spc="-1" dirty="0">
                <a:solidFill>
                  <a:srgbClr val="000000"/>
                </a:solidFill>
                <a:latin typeface="Calibri"/>
                <a:ea typeface="DejaVu Sans"/>
              </a:rPr>
              <a:t>Yol Optimizasyonu</a:t>
            </a:r>
          </a:p>
          <a:p>
            <a:pPr marL="432000" indent="-320040">
              <a:lnSpc>
                <a:spcPct val="100000"/>
              </a:lnSpc>
              <a:spcBef>
                <a:spcPts val="1417"/>
              </a:spcBef>
              <a:buClr>
                <a:srgbClr val="000000"/>
              </a:buClr>
              <a:buSzPct val="45000"/>
              <a:buFont typeface="Wingdings" charset="2"/>
              <a:buChar char=""/>
            </a:pPr>
            <a:r>
              <a:rPr lang="tr-TR" sz="2500" spc="-1" dirty="0">
                <a:solidFill>
                  <a:srgbClr val="000000"/>
                </a:solidFill>
                <a:latin typeface="Calibri"/>
              </a:rPr>
              <a:t>Teori 42</a:t>
            </a:r>
            <a:endParaRPr lang="en-US" sz="2500" b="0" strike="noStrike" spc="-1" dirty="0">
              <a:latin typeface="Arial"/>
            </a:endParaRPr>
          </a:p>
        </p:txBody>
      </p:sp>
      <p:sp>
        <p:nvSpPr>
          <p:cNvPr id="396" name="CustomShape 2"/>
          <p:cNvSpPr/>
          <p:nvPr/>
        </p:nvSpPr>
        <p:spPr>
          <a:xfrm>
            <a:off x="838080" y="5819760"/>
            <a:ext cx="10510560" cy="422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buNone/>
            </a:pPr>
            <a:r>
              <a:rPr lang="tr-TR" sz="1800" b="0" strike="noStrike" spc="-1" dirty="0">
                <a:solidFill>
                  <a:srgbClr val="000000"/>
                </a:solidFill>
                <a:latin typeface="Calibri"/>
                <a:ea typeface="DejaVu Sans"/>
              </a:rPr>
              <a:t>Yarışmacı İsimleri – </a:t>
            </a:r>
            <a:r>
              <a:rPr lang="tr-TR" spc="-1" dirty="0">
                <a:solidFill>
                  <a:srgbClr val="000000"/>
                </a:solidFill>
                <a:latin typeface="Calibri"/>
                <a:ea typeface="DejaVu Sans"/>
              </a:rPr>
              <a:t>Enes DOĞRUL</a:t>
            </a:r>
            <a:r>
              <a:rPr lang="tr-TR" sz="1800" b="0" strike="noStrike" spc="-1" dirty="0">
                <a:solidFill>
                  <a:srgbClr val="000000"/>
                </a:solidFill>
                <a:latin typeface="Calibri"/>
                <a:ea typeface="DejaVu Sans"/>
              </a:rPr>
              <a:t> – </a:t>
            </a:r>
            <a:r>
              <a:rPr lang="tr-TR" spc="-1" dirty="0">
                <a:solidFill>
                  <a:srgbClr val="000000"/>
                </a:solidFill>
                <a:latin typeface="Calibri"/>
                <a:ea typeface="DejaVu Sans"/>
              </a:rPr>
              <a:t>Çağrı KARADAĞ</a:t>
            </a:r>
            <a:endParaRPr lang="en-US" sz="1800" b="0" strike="noStrike" spc="-1" dirty="0">
              <a:latin typeface="Arial"/>
            </a:endParaRPr>
          </a:p>
        </p:txBody>
      </p:sp>
      <p:sp>
        <p:nvSpPr>
          <p:cNvPr id="397" name="CustomShape 3"/>
          <p:cNvSpPr/>
          <p:nvPr/>
        </p:nvSpPr>
        <p:spPr>
          <a:xfrm>
            <a:off x="3577680" y="6327000"/>
            <a:ext cx="5031720" cy="308880"/>
          </a:xfrm>
          <a:prstGeom prst="rect">
            <a:avLst/>
          </a:prstGeom>
          <a:noFill/>
          <a:ln w="0">
            <a:noFill/>
          </a:ln>
        </p:spPr>
        <p:style>
          <a:lnRef idx="0">
            <a:scrgbClr r="0" g="0" b="0"/>
          </a:lnRef>
          <a:fillRef idx="0">
            <a:scrgbClr r="0" g="0" b="0"/>
          </a:fillRef>
          <a:effectRef idx="0">
            <a:scrgbClr r="0" g="0" b="0"/>
          </a:effectRef>
          <a:fontRef idx="minor"/>
        </p:style>
      </p:sp>
      <p:sp>
        <p:nvSpPr>
          <p:cNvPr id="398" name="CustomShape 4"/>
          <p:cNvSpPr/>
          <p:nvPr/>
        </p:nvSpPr>
        <p:spPr>
          <a:xfrm>
            <a:off x="11046960" y="6442560"/>
            <a:ext cx="876240" cy="2721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en-US" sz="900" b="1" strike="noStrike" spc="-1">
                <a:solidFill>
                  <a:srgbClr val="BFBFBF"/>
                </a:solidFill>
                <a:latin typeface="Arial"/>
                <a:ea typeface="DejaVu Sans"/>
              </a:rPr>
              <a:t>TASNİF DIŞI</a:t>
            </a:r>
            <a:r>
              <a:rPr lang="en-US" sz="1200" b="0" strike="noStrike" spc="-1">
                <a:solidFill>
                  <a:srgbClr val="000000"/>
                </a:solidFill>
                <a:latin typeface="Times New Roman"/>
                <a:ea typeface="DejaVu Sans"/>
              </a:rPr>
              <a:t> </a:t>
            </a:r>
            <a:endParaRPr lang="en-US" sz="1200" b="0" strike="noStrike" spc="-1">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 name="CustomShape 1"/>
          <p:cNvSpPr/>
          <p:nvPr/>
        </p:nvSpPr>
        <p:spPr>
          <a:xfrm>
            <a:off x="541440" y="2039399"/>
            <a:ext cx="5918040" cy="138960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buNone/>
            </a:pPr>
            <a:r>
              <a:rPr lang="tr-TR" sz="2800" b="1" spc="-1" dirty="0">
                <a:solidFill>
                  <a:srgbClr val="FFFFFF"/>
                </a:solidFill>
                <a:latin typeface="Arial"/>
              </a:rPr>
              <a:t>Yol Optimizasyonu Problemi</a:t>
            </a:r>
          </a:p>
          <a:p>
            <a:pPr>
              <a:lnSpc>
                <a:spcPct val="90000"/>
              </a:lnSpc>
              <a:buNone/>
            </a:pPr>
            <a:endParaRPr lang="tr-TR" sz="2800" b="1" strike="noStrike" spc="-1" dirty="0">
              <a:solidFill>
                <a:srgbClr val="FFFFFF"/>
              </a:solidFill>
              <a:latin typeface="Arial"/>
            </a:endParaRPr>
          </a:p>
          <a:p>
            <a:pPr>
              <a:lnSpc>
                <a:spcPct val="90000"/>
              </a:lnSpc>
              <a:buNone/>
            </a:pPr>
            <a:r>
              <a:rPr lang="tr-TR" sz="2800" b="1" spc="-1" dirty="0">
                <a:solidFill>
                  <a:srgbClr val="FFFFFF"/>
                </a:solidFill>
                <a:latin typeface="Arial"/>
              </a:rPr>
              <a:t>Teori </a:t>
            </a:r>
            <a:r>
              <a:rPr lang="tr-TR" sz="2800" b="1" strike="noStrike" spc="-1" dirty="0">
                <a:solidFill>
                  <a:srgbClr val="FFFFFF"/>
                </a:solidFill>
                <a:latin typeface="Arial"/>
              </a:rPr>
              <a:t>42</a:t>
            </a:r>
            <a:endParaRPr lang="en-US" sz="2800" b="0" strike="noStrike" spc="-1" dirty="0">
              <a:latin typeface="Arial"/>
            </a:endParaRPr>
          </a:p>
        </p:txBody>
      </p:sp>
      <p:sp>
        <p:nvSpPr>
          <p:cNvPr id="400" name="CustomShape 2"/>
          <p:cNvSpPr/>
          <p:nvPr/>
        </p:nvSpPr>
        <p:spPr>
          <a:xfrm>
            <a:off x="10915560" y="6442560"/>
            <a:ext cx="1136520" cy="4093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en-US" sz="900" b="1" strike="noStrike" spc="-1">
                <a:solidFill>
                  <a:srgbClr val="BFBFBF"/>
                </a:solidFill>
                <a:latin typeface="Arial"/>
                <a:ea typeface="DejaVu Sans"/>
              </a:rPr>
              <a:t>HAVELSAN ÖZEL</a:t>
            </a:r>
            <a:endParaRPr lang="en-US" sz="900" b="0" strike="noStrike" spc="-1">
              <a:latin typeface="Arial"/>
            </a:endParaRPr>
          </a:p>
          <a:p>
            <a:pPr algn="r">
              <a:lnSpc>
                <a:spcPct val="100000"/>
              </a:lnSpc>
              <a:buNone/>
            </a:pPr>
            <a:r>
              <a:rPr lang="en-US" sz="1200" b="0" strike="noStrike" spc="-1">
                <a:solidFill>
                  <a:srgbClr val="000000"/>
                </a:solidFill>
                <a:latin typeface="Times New Roman"/>
                <a:ea typeface="DejaVu Sans"/>
              </a:rPr>
              <a:t> </a:t>
            </a:r>
            <a:endParaRPr lang="en-US" sz="1200" b="0" strike="noStrike" spc="-1">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 name="CustomShape 1_0"/>
          <p:cNvSpPr/>
          <p:nvPr/>
        </p:nvSpPr>
        <p:spPr>
          <a:xfrm>
            <a:off x="475290" y="821355"/>
            <a:ext cx="2439360" cy="1112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90000"/>
              </a:lnSpc>
              <a:spcBef>
                <a:spcPts val="1001"/>
              </a:spcBef>
              <a:buNone/>
              <a:tabLst>
                <a:tab pos="0" algn="l"/>
              </a:tabLst>
            </a:pPr>
            <a:r>
              <a:rPr lang="tr-TR" sz="1500" b="0" i="1" strike="noStrike" spc="-1" dirty="0">
                <a:solidFill>
                  <a:srgbClr val="DEEBF7"/>
                </a:solidFill>
                <a:latin typeface="Arial"/>
                <a:ea typeface="DejaVu Sans"/>
              </a:rPr>
              <a:t>Yol Optimizasyonu Nedir?</a:t>
            </a:r>
            <a:endParaRPr lang="en-US" sz="1500" b="0" strike="noStrike" spc="-1" dirty="0">
              <a:latin typeface="Arial"/>
            </a:endParaRPr>
          </a:p>
          <a:p>
            <a:pPr>
              <a:lnSpc>
                <a:spcPct val="90000"/>
              </a:lnSpc>
              <a:spcBef>
                <a:spcPts val="1001"/>
              </a:spcBef>
              <a:buNone/>
              <a:tabLst>
                <a:tab pos="0" algn="l"/>
              </a:tabLst>
            </a:pPr>
            <a:r>
              <a:rPr lang="tr-TR" sz="1500" i="1" strike="noStrike" spc="-1" dirty="0">
                <a:solidFill>
                  <a:schemeClr val="bg1"/>
                </a:solidFill>
                <a:latin typeface="Arial"/>
              </a:rPr>
              <a:t>Ne Yapmaya Çalıştık</a:t>
            </a:r>
            <a:endParaRPr lang="en-US" sz="1500" i="1" strike="noStrike" spc="-1" dirty="0">
              <a:solidFill>
                <a:schemeClr val="bg1"/>
              </a:solidFill>
              <a:latin typeface="Arial"/>
            </a:endParaRPr>
          </a:p>
        </p:txBody>
      </p:sp>
      <p:sp>
        <p:nvSpPr>
          <p:cNvPr id="402" name="CustomShape 2_0"/>
          <p:cNvSpPr/>
          <p:nvPr/>
        </p:nvSpPr>
        <p:spPr>
          <a:xfrm>
            <a:off x="0" y="80640"/>
            <a:ext cx="12187440" cy="497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90000"/>
              </a:lnSpc>
              <a:spcBef>
                <a:spcPts val="1001"/>
              </a:spcBef>
              <a:buNone/>
              <a:tabLst>
                <a:tab pos="0" algn="l"/>
              </a:tabLst>
            </a:pPr>
            <a:r>
              <a:rPr lang="tr-TR" sz="2000" i="1" spc="-1" dirty="0">
                <a:solidFill>
                  <a:srgbClr val="123D6E"/>
                </a:solidFill>
                <a:latin typeface="Arial"/>
                <a:ea typeface="DejaVu Sans"/>
              </a:rPr>
              <a:t>YOL OPTİMİZASYONU </a:t>
            </a:r>
            <a:r>
              <a:rPr lang="tr-TR" sz="2000" b="0" i="1" strike="noStrike" spc="-1" dirty="0">
                <a:solidFill>
                  <a:srgbClr val="123D6E"/>
                </a:solidFill>
                <a:latin typeface="Arial"/>
                <a:ea typeface="DejaVu Sans"/>
              </a:rPr>
              <a:t>– Teori 42</a:t>
            </a:r>
            <a:endParaRPr lang="en-US" sz="2000" b="0" i="1" strike="noStrike" spc="-1" dirty="0">
              <a:latin typeface="Arial"/>
            </a:endParaRPr>
          </a:p>
        </p:txBody>
      </p:sp>
      <p:sp>
        <p:nvSpPr>
          <p:cNvPr id="403" name="CustomShape 4_0"/>
          <p:cNvSpPr/>
          <p:nvPr/>
        </p:nvSpPr>
        <p:spPr>
          <a:xfrm>
            <a:off x="3237120" y="898200"/>
            <a:ext cx="8646480" cy="2429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216000" indent="-214560" algn="just">
              <a:lnSpc>
                <a:spcPct val="115000"/>
              </a:lnSpc>
              <a:spcBef>
                <a:spcPts val="1001"/>
              </a:spcBef>
              <a:buSzPct val="102890"/>
              <a:buBlip>
                <a:blip r:embed="rId3"/>
              </a:buBlip>
            </a:pPr>
            <a:r>
              <a:rPr lang="tr-TR" sz="1500" b="1" strike="noStrike" spc="-1" dirty="0">
                <a:solidFill>
                  <a:srgbClr val="000000"/>
                </a:solidFill>
                <a:latin typeface="Arial"/>
                <a:ea typeface="DejaVu Sans"/>
              </a:rPr>
              <a:t>Yol Optimizasyonu Nedir ?</a:t>
            </a:r>
            <a:endParaRPr lang="en-US" sz="1500" b="0" strike="noStrike" spc="-1" dirty="0">
              <a:latin typeface="Arial"/>
            </a:endParaRPr>
          </a:p>
          <a:p>
            <a:pPr marL="432000" lvl="1" indent="-214560" algn="just">
              <a:lnSpc>
                <a:spcPct val="115000"/>
              </a:lnSpc>
              <a:spcBef>
                <a:spcPts val="1001"/>
              </a:spcBef>
              <a:buSzPct val="100000"/>
              <a:buBlip>
                <a:blip r:embed="rId4"/>
              </a:buBlip>
            </a:pPr>
            <a:r>
              <a:rPr lang="tr-TR" sz="1500" b="0" strike="noStrike" spc="-1" dirty="0">
                <a:solidFill>
                  <a:srgbClr val="000000"/>
                </a:solidFill>
                <a:latin typeface="Arial"/>
              </a:rPr>
              <a:t>Minimum </a:t>
            </a:r>
            <a:r>
              <a:rPr lang="tr-TR" sz="1500" spc="-1" dirty="0">
                <a:solidFill>
                  <a:srgbClr val="000000"/>
                </a:solidFill>
                <a:latin typeface="Arial"/>
              </a:rPr>
              <a:t>z</a:t>
            </a:r>
            <a:r>
              <a:rPr lang="tr-TR" sz="1500" b="0" strike="noStrike" spc="-1" dirty="0">
                <a:solidFill>
                  <a:srgbClr val="000000"/>
                </a:solidFill>
                <a:latin typeface="Arial"/>
              </a:rPr>
              <a:t>amanda maksimum verimi almak amacıyla yapılan planlamadır.</a:t>
            </a:r>
          </a:p>
          <a:p>
            <a:pPr marL="432000" lvl="1" indent="-214560" algn="just">
              <a:lnSpc>
                <a:spcPct val="115000"/>
              </a:lnSpc>
              <a:spcBef>
                <a:spcPts val="1001"/>
              </a:spcBef>
              <a:buSzPct val="100000"/>
              <a:buBlip>
                <a:blip r:embed="rId4"/>
              </a:buBlip>
            </a:pPr>
            <a:r>
              <a:rPr lang="tr-TR" sz="1500" spc="-1" dirty="0">
                <a:solidFill>
                  <a:srgbClr val="000000"/>
                </a:solidFill>
                <a:latin typeface="Arial"/>
              </a:rPr>
              <a:t>Planlama yapılırken minimum yol ve maliyet göz önüne alınır.</a:t>
            </a:r>
          </a:p>
          <a:p>
            <a:pPr marL="432000" lvl="1" indent="-214560" algn="just">
              <a:lnSpc>
                <a:spcPct val="115000"/>
              </a:lnSpc>
              <a:spcBef>
                <a:spcPts val="1001"/>
              </a:spcBef>
              <a:buSzPct val="100000"/>
              <a:buBlip>
                <a:blip r:embed="rId4"/>
              </a:buBlip>
            </a:pPr>
            <a:r>
              <a:rPr lang="tr-TR" sz="1500" spc="-1" dirty="0">
                <a:solidFill>
                  <a:srgbClr val="000000"/>
                </a:solidFill>
                <a:latin typeface="Arial"/>
              </a:rPr>
              <a:t>Yapmaya çalıştığımız uygulamada göründüğü üzere trenlerin duraklardan kalkış zamanlarını ayarlayarak maksimum kârı elde etmeye çalışmak bir yol optimizasyonu örneği olarak verilebilir.</a:t>
            </a:r>
            <a:endParaRPr lang="en-US" sz="1500" b="0" strike="noStrike" spc="-1" dirty="0">
              <a:latin typeface="Arial"/>
            </a:endParaRPr>
          </a:p>
        </p:txBody>
      </p:sp>
      <p:sp>
        <p:nvSpPr>
          <p:cNvPr id="404" name="CustomShape 4_1"/>
          <p:cNvSpPr/>
          <p:nvPr/>
        </p:nvSpPr>
        <p:spPr>
          <a:xfrm>
            <a:off x="11046960" y="6442560"/>
            <a:ext cx="876240" cy="2721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en-US" sz="900" b="1" strike="noStrike" spc="-1">
                <a:solidFill>
                  <a:srgbClr val="BFBFBF"/>
                </a:solidFill>
                <a:latin typeface="Arial"/>
                <a:ea typeface="DejaVu Sans"/>
              </a:rPr>
              <a:t>TASNİF DIŞI</a:t>
            </a:r>
            <a:r>
              <a:rPr lang="en-US" sz="1200" b="0" strike="noStrike" spc="-1">
                <a:solidFill>
                  <a:srgbClr val="000000"/>
                </a:solidFill>
                <a:latin typeface="Times New Roman"/>
                <a:ea typeface="DejaVu Sans"/>
              </a:rPr>
              <a:t> </a:t>
            </a:r>
            <a:endParaRPr lang="en-US" sz="1200" b="0" strike="noStrike" spc="-1">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 name="CustomShape 1_ 1"/>
          <p:cNvSpPr/>
          <p:nvPr/>
        </p:nvSpPr>
        <p:spPr>
          <a:xfrm>
            <a:off x="532440" y="830880"/>
            <a:ext cx="2401260" cy="1112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90000"/>
              </a:lnSpc>
              <a:spcBef>
                <a:spcPts val="1001"/>
              </a:spcBef>
              <a:buNone/>
              <a:tabLst>
                <a:tab pos="0" algn="l"/>
              </a:tabLst>
            </a:pPr>
            <a:r>
              <a:rPr lang="tr-TR" sz="1500" b="0" i="1" strike="noStrike" spc="-1" dirty="0">
                <a:solidFill>
                  <a:srgbClr val="DEEBF7"/>
                </a:solidFill>
                <a:latin typeface="Arial"/>
                <a:ea typeface="DejaVu Sans"/>
              </a:rPr>
              <a:t>Yol Optimizasyonu Nedir?</a:t>
            </a:r>
          </a:p>
          <a:p>
            <a:pPr>
              <a:lnSpc>
                <a:spcPct val="90000"/>
              </a:lnSpc>
              <a:spcBef>
                <a:spcPts val="1001"/>
              </a:spcBef>
              <a:buNone/>
              <a:tabLst>
                <a:tab pos="0" algn="l"/>
              </a:tabLst>
            </a:pPr>
            <a:r>
              <a:rPr lang="tr-TR" sz="1500" i="1" spc="-1" dirty="0">
                <a:solidFill>
                  <a:srgbClr val="DEEBF7"/>
                </a:solidFill>
                <a:latin typeface="Arial"/>
              </a:rPr>
              <a:t>Ne Amaçladık?</a:t>
            </a:r>
            <a:endParaRPr lang="en-US" sz="1500" b="0" i="1" strike="noStrike" spc="-1" dirty="0">
              <a:latin typeface="Arial"/>
            </a:endParaRPr>
          </a:p>
        </p:txBody>
      </p:sp>
      <p:sp>
        <p:nvSpPr>
          <p:cNvPr id="406" name="CustomShape 2_ 2"/>
          <p:cNvSpPr/>
          <p:nvPr/>
        </p:nvSpPr>
        <p:spPr>
          <a:xfrm>
            <a:off x="0" y="80640"/>
            <a:ext cx="12187440" cy="497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90000"/>
              </a:lnSpc>
              <a:spcBef>
                <a:spcPts val="1001"/>
              </a:spcBef>
              <a:buNone/>
              <a:tabLst>
                <a:tab pos="0" algn="l"/>
              </a:tabLst>
            </a:pPr>
            <a:r>
              <a:rPr lang="tr-TR" sz="2000" i="1" spc="-1" dirty="0">
                <a:solidFill>
                  <a:srgbClr val="123D6E"/>
                </a:solidFill>
                <a:latin typeface="Arial"/>
                <a:ea typeface="DejaVu Sans"/>
              </a:rPr>
              <a:t>YOL OPTİMİZASYONU </a:t>
            </a:r>
            <a:r>
              <a:rPr lang="tr-TR" sz="2000" b="0" i="1" strike="noStrike" spc="-1" dirty="0">
                <a:solidFill>
                  <a:srgbClr val="123D6E"/>
                </a:solidFill>
                <a:latin typeface="Arial"/>
                <a:ea typeface="DejaVu Sans"/>
              </a:rPr>
              <a:t>– Teori 42</a:t>
            </a:r>
            <a:endParaRPr lang="en-US" sz="2000" b="0" i="1" strike="noStrike" spc="-1" dirty="0">
              <a:latin typeface="Arial"/>
            </a:endParaRPr>
          </a:p>
        </p:txBody>
      </p:sp>
      <p:sp>
        <p:nvSpPr>
          <p:cNvPr id="407" name="CustomShape 4_ 3"/>
          <p:cNvSpPr/>
          <p:nvPr/>
        </p:nvSpPr>
        <p:spPr>
          <a:xfrm>
            <a:off x="3237120" y="898200"/>
            <a:ext cx="8646480" cy="2429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216000" indent="-214560" algn="just">
              <a:lnSpc>
                <a:spcPct val="115000"/>
              </a:lnSpc>
              <a:spcBef>
                <a:spcPts val="1001"/>
              </a:spcBef>
              <a:buSzPct val="102890"/>
              <a:buBlip>
                <a:blip r:embed="rId2"/>
              </a:buBlip>
            </a:pPr>
            <a:r>
              <a:rPr lang="tr-TR" sz="1500" b="1" strike="noStrike" spc="-1" dirty="0">
                <a:solidFill>
                  <a:srgbClr val="000000"/>
                </a:solidFill>
                <a:latin typeface="Arial"/>
                <a:ea typeface="DejaVu Sans"/>
              </a:rPr>
              <a:t>Ne Amaçladık?</a:t>
            </a:r>
            <a:endParaRPr lang="en-US" sz="1500" b="0" strike="noStrike" spc="-1" dirty="0">
              <a:latin typeface="Arial"/>
            </a:endParaRPr>
          </a:p>
          <a:p>
            <a:pPr algn="just">
              <a:lnSpc>
                <a:spcPct val="115000"/>
              </a:lnSpc>
              <a:spcBef>
                <a:spcPts val="1001"/>
              </a:spcBef>
              <a:buNone/>
            </a:pPr>
            <a:r>
              <a:rPr lang="tr-TR" sz="1500" spc="-1" dirty="0">
                <a:latin typeface="Arial"/>
              </a:rPr>
              <a:t>Hazırlamış olduğumuz algoritmada maksimum tren hızını kullanarak kesintisiz bir şekilde ve kurallar çerçevesinde elimizde olan trenleri çalıştırmayı, kesişim duraklarında ise iki trenin kesiştiği durumlarda az kazanç getiren trenin belirli dakika çerçevesinde kesişim durağının bir önceki durağında trenin beklemesini yoldaki geçireceği süreyi de hesaba katarak bir önceki trenin kalkışından tam 5 dakika sonra durağa girmesini planladık.</a:t>
            </a:r>
            <a:endParaRPr lang="en-US" sz="1500" b="0" strike="noStrike" spc="-1" dirty="0">
              <a:latin typeface="Arial"/>
            </a:endParaRPr>
          </a:p>
        </p:txBody>
      </p:sp>
      <p:sp>
        <p:nvSpPr>
          <p:cNvPr id="408" name="CustomShape 4_ 4"/>
          <p:cNvSpPr/>
          <p:nvPr/>
        </p:nvSpPr>
        <p:spPr>
          <a:xfrm>
            <a:off x="11046960" y="6442560"/>
            <a:ext cx="876240" cy="2721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en-US" sz="900" b="1" strike="noStrike" spc="-1">
                <a:solidFill>
                  <a:srgbClr val="BFBFBF"/>
                </a:solidFill>
                <a:latin typeface="Arial"/>
                <a:ea typeface="DejaVu Sans"/>
              </a:rPr>
              <a:t>TASNİF DIŞI</a:t>
            </a:r>
            <a:r>
              <a:rPr lang="en-US" sz="1200" b="0" strike="noStrike" spc="-1">
                <a:solidFill>
                  <a:srgbClr val="000000"/>
                </a:solidFill>
                <a:latin typeface="Times New Roman"/>
                <a:ea typeface="DejaVu Sans"/>
              </a:rPr>
              <a:t> </a:t>
            </a:r>
            <a:endParaRPr lang="en-US" sz="1200" b="0" strike="noStrike" spc="-1">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CustomShape 1"/>
          <p:cNvSpPr/>
          <p:nvPr/>
        </p:nvSpPr>
        <p:spPr>
          <a:xfrm>
            <a:off x="1346040" y="2501280"/>
            <a:ext cx="5918040" cy="927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buNone/>
            </a:pPr>
            <a:r>
              <a:rPr lang="tr-TR" sz="2800" b="1" spc="-1" dirty="0">
                <a:solidFill>
                  <a:srgbClr val="FFFFFF"/>
                </a:solidFill>
              </a:rPr>
              <a:t>Dinlediğiniz Ve Böyle Bir Etkinlik Hazırladığınız İçin </a:t>
            </a:r>
            <a:r>
              <a:rPr lang="en-US" sz="2800" b="1" spc="-1" dirty="0" err="1">
                <a:solidFill>
                  <a:srgbClr val="FFFFFF"/>
                </a:solidFill>
              </a:rPr>
              <a:t>Teşekkürler</a:t>
            </a:r>
            <a:endParaRPr lang="en-US" sz="2800" spc="-1" dirty="0"/>
          </a:p>
        </p:txBody>
      </p:sp>
      <p:sp>
        <p:nvSpPr>
          <p:cNvPr id="415" name="CustomShape 2"/>
          <p:cNvSpPr/>
          <p:nvPr/>
        </p:nvSpPr>
        <p:spPr>
          <a:xfrm>
            <a:off x="1346040" y="2194920"/>
            <a:ext cx="5918040" cy="927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buNone/>
            </a:pPr>
            <a:endParaRPr lang="en-US" sz="2800" b="0" strike="noStrike" spc="-1" dirty="0">
              <a:latin typeface="Arial"/>
            </a:endParaRPr>
          </a:p>
        </p:txBody>
      </p:sp>
      <p:sp>
        <p:nvSpPr>
          <p:cNvPr id="416" name="CustomShape 3"/>
          <p:cNvSpPr/>
          <p:nvPr/>
        </p:nvSpPr>
        <p:spPr>
          <a:xfrm>
            <a:off x="1346040" y="5125839"/>
            <a:ext cx="4493160" cy="1104502"/>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p>
            <a:pPr>
              <a:lnSpc>
                <a:spcPct val="90000"/>
              </a:lnSpc>
              <a:spcBef>
                <a:spcPts val="1001"/>
              </a:spcBef>
              <a:buNone/>
              <a:tabLst>
                <a:tab pos="0" algn="l"/>
              </a:tabLst>
            </a:pPr>
            <a:r>
              <a:rPr lang="tr-TR" sz="2000" b="0" i="1" strike="noStrike" spc="-1" dirty="0">
                <a:solidFill>
                  <a:schemeClr val="bg1"/>
                </a:solidFill>
                <a:latin typeface="Arial"/>
              </a:rPr>
              <a:t>Enes DOĞRUL</a:t>
            </a:r>
          </a:p>
          <a:p>
            <a:pPr>
              <a:lnSpc>
                <a:spcPct val="90000"/>
              </a:lnSpc>
              <a:spcBef>
                <a:spcPts val="1001"/>
              </a:spcBef>
              <a:buNone/>
              <a:tabLst>
                <a:tab pos="0" algn="l"/>
              </a:tabLst>
            </a:pPr>
            <a:r>
              <a:rPr lang="tr-TR" sz="2000" b="0" i="1" strike="noStrike" spc="-1" dirty="0">
                <a:solidFill>
                  <a:schemeClr val="bg1"/>
                </a:solidFill>
                <a:latin typeface="Arial"/>
              </a:rPr>
              <a:t>Çağrı KARADAĞ</a:t>
            </a:r>
            <a:endParaRPr lang="en-US" sz="2000" b="0" i="1" strike="noStrike" spc="-1" dirty="0">
              <a:solidFill>
                <a:schemeClr val="bg1"/>
              </a:solidFill>
              <a:latin typeface="Arial"/>
            </a:endParaRPr>
          </a:p>
        </p:txBody>
      </p:sp>
      <p:sp>
        <p:nvSpPr>
          <p:cNvPr id="417" name="CustomShape 4"/>
          <p:cNvSpPr/>
          <p:nvPr/>
        </p:nvSpPr>
        <p:spPr>
          <a:xfrm>
            <a:off x="10915560" y="6442560"/>
            <a:ext cx="1136520" cy="4093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en-US" sz="900" b="1" strike="noStrike" spc="-1">
                <a:solidFill>
                  <a:srgbClr val="BFBFBF"/>
                </a:solidFill>
                <a:latin typeface="Arial"/>
                <a:ea typeface="DejaVu Sans"/>
              </a:rPr>
              <a:t>HAVELSAN ÖZEL</a:t>
            </a:r>
            <a:endParaRPr lang="en-US" sz="900" b="0" strike="noStrike" spc="-1">
              <a:latin typeface="Arial"/>
            </a:endParaRPr>
          </a:p>
          <a:p>
            <a:pPr algn="r">
              <a:lnSpc>
                <a:spcPct val="100000"/>
              </a:lnSpc>
              <a:buNone/>
            </a:pPr>
            <a:r>
              <a:rPr lang="en-US" sz="1200" b="0" strike="noStrike" spc="-1">
                <a:solidFill>
                  <a:srgbClr val="000000"/>
                </a:solidFill>
                <a:latin typeface="Times New Roman"/>
                <a:ea typeface="DejaVu Sans"/>
              </a:rPr>
              <a:t> </a:t>
            </a:r>
            <a:endParaRPr lang="en-US" sz="1200" b="0" strike="noStrike" spc="-1">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ID="23" presetClass="entr" presetSubtype="272" fill="hold" nodeType="withEffect">
                                  <p:stCondLst>
                                    <p:cond delay="0"/>
                                  </p:stCondLst>
                                  <p:childTnLst>
                                    <p:set>
                                      <p:cBhvr>
                                        <p:cTn id="6" dur="1" fill="hold">
                                          <p:stCondLst>
                                            <p:cond delay="0"/>
                                          </p:stCondLst>
                                        </p:cTn>
                                        <p:tgtEl>
                                          <p:spTgt spid="415"/>
                                        </p:tgtEl>
                                        <p:attrNameLst>
                                          <p:attrName>style.visibility</p:attrName>
                                        </p:attrNameLst>
                                      </p:cBhvr>
                                      <p:to>
                                        <p:strVal val="visible"/>
                                      </p:to>
                                    </p:set>
                                    <p:anim calcmode="lin" valueType="num">
                                      <p:cBhvr additive="repl">
                                        <p:cTn id="7" dur="500" fill="hold"/>
                                        <p:tgtEl>
                                          <p:spTgt spid="415"/>
                                        </p:tgtEl>
                                        <p:attrNameLst>
                                          <p:attrName>ppt_w</p:attrName>
                                        </p:attrNameLst>
                                      </p:cBhvr>
                                      <p:tavLst>
                                        <p:tav tm="0">
                                          <p:val>
                                            <p:strVal val="2/3*#ppt_w"/>
                                          </p:val>
                                        </p:tav>
                                        <p:tav tm="100000">
                                          <p:val>
                                            <p:strVal val="#ppt_w"/>
                                          </p:val>
                                        </p:tav>
                                      </p:tavLst>
                                    </p:anim>
                                    <p:anim calcmode="lin" valueType="num">
                                      <p:cBhvr additive="repl">
                                        <p:cTn id="8" dur="500" fill="hold"/>
                                        <p:tgtEl>
                                          <p:spTgt spid="415"/>
                                        </p:tgtEl>
                                        <p:attrNameLst>
                                          <p:attrName>ppt_h</p:attrName>
                                        </p:attrNameLst>
                                      </p:cBhvr>
                                      <p:tavLst>
                                        <p:tav tm="0">
                                          <p:val>
                                            <p:strVal val="2/3*#ppt_h"/>
                                          </p:val>
                                        </p:tav>
                                        <p:tav tm="100000">
                                          <p:val>
                                            <p:strVal val="#ppt_h"/>
                                          </p:val>
                                        </p:tav>
                                      </p:tavLst>
                                    </p:anim>
                                  </p:childTnLst>
                                </p:cTn>
                              </p:par>
                            </p:childTnLst>
                          </p:cTn>
                        </p:par>
                        <p:par>
                          <p:cTn id="9" fill="hold">
                            <p:stCondLst>
                              <p:cond delay="500"/>
                            </p:stCondLst>
                            <p:childTnLst>
                              <p:par>
                                <p:cTn id="10" presetID="1" presetClass="entr" fill="hold" nodeType="afterEffect">
                                  <p:stCondLst>
                                    <p:cond delay="0"/>
                                  </p:stCondLst>
                                  <p:childTnLst>
                                    <p:set>
                                      <p:cBhvr>
                                        <p:cTn id="11" dur="1" fill="hold">
                                          <p:stCondLst>
                                            <p:cond delay="0"/>
                                          </p:stCondLst>
                                        </p:cTn>
                                        <p:tgtEl>
                                          <p:spTgt spid="4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9207</TotalTime>
  <Words>192</Words>
  <Application>Microsoft Office PowerPoint</Application>
  <PresentationFormat>Geniş ekran</PresentationFormat>
  <Paragraphs>44</Paragraphs>
  <Slides>5</Slides>
  <Notes>4</Notes>
  <HiddenSlides>0</HiddenSlides>
  <MMClips>0</MMClips>
  <ScaleCrop>false</ScaleCrop>
  <HeadingPairs>
    <vt:vector size="6" baseType="variant">
      <vt:variant>
        <vt:lpstr>Kullanılan Yazı Tipleri</vt:lpstr>
      </vt:variant>
      <vt:variant>
        <vt:i4>5</vt:i4>
      </vt:variant>
      <vt:variant>
        <vt:lpstr>Tema</vt:lpstr>
      </vt:variant>
      <vt:variant>
        <vt:i4>7</vt:i4>
      </vt:variant>
      <vt:variant>
        <vt:lpstr>Slayt Başlıkları</vt:lpstr>
      </vt:variant>
      <vt:variant>
        <vt:i4>5</vt:i4>
      </vt:variant>
    </vt:vector>
  </HeadingPairs>
  <TitlesOfParts>
    <vt:vector size="17" baseType="lpstr">
      <vt:lpstr>Arial</vt:lpstr>
      <vt:lpstr>Calibri</vt:lpstr>
      <vt:lpstr>Symbol</vt:lpstr>
      <vt:lpstr>Times New Roman</vt:lpstr>
      <vt:lpstr>Wingdings</vt:lpstr>
      <vt:lpstr>Office Theme</vt:lpstr>
      <vt:lpstr>Office Theme</vt:lpstr>
      <vt:lpstr>Office Theme</vt:lpstr>
      <vt:lpstr>Office Theme</vt:lpstr>
      <vt:lpstr>Office Theme</vt:lpstr>
      <vt:lpstr>Office Theme</vt:lpstr>
      <vt:lpstr>Office Theme</vt:lpstr>
      <vt:lpstr>PowerPoint Sunusu</vt:lpstr>
      <vt:lpstr>PowerPoint Sunusu</vt:lpstr>
      <vt:lpstr>PowerPoint Sunusu</vt:lpstr>
      <vt:lpstr>PowerPoint Sunusu</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Liman MYS - Sunum</dc:title>
  <dc:subject/>
  <dc:creator>Musa SEMERCİ</dc:creator>
  <dc:description/>
  <cp:lastModifiedBy>Enes Doğrul</cp:lastModifiedBy>
  <cp:revision>270</cp:revision>
  <dcterms:created xsi:type="dcterms:W3CDTF">2020-12-11T08:18:39Z</dcterms:created>
  <dcterms:modified xsi:type="dcterms:W3CDTF">2022-05-18T10:58:48Z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0x010100BFF3C28326A4604D97BD36E231A305A2</vt:lpwstr>
  </property>
  <property fmtid="{D5CDD505-2E9C-101B-9397-08002B2CF9AE}" pid="3" name="HiddenSlides">
    <vt:r8>0</vt:r8>
  </property>
  <property fmtid="{D5CDD505-2E9C-101B-9397-08002B2CF9AE}" pid="4" name="HyperlinksChanged">
    <vt:bool>false</vt:bool>
  </property>
  <property fmtid="{D5CDD505-2E9C-101B-9397-08002B2CF9AE}" pid="5" name="LinksUpToDate">
    <vt:bool>false</vt:bool>
  </property>
  <property fmtid="{D5CDD505-2E9C-101B-9397-08002B2CF9AE}" pid="6" name="MMClips">
    <vt:r8>0</vt:r8>
  </property>
  <property fmtid="{D5CDD505-2E9C-101B-9397-08002B2CF9AE}" pid="7" name="Notes">
    <vt:r8>3</vt:r8>
  </property>
  <property fmtid="{D5CDD505-2E9C-101B-9397-08002B2CF9AE}" pid="8" name="PresentationFormat">
    <vt:lpwstr>Geniş ekran</vt:lpwstr>
  </property>
  <property fmtid="{D5CDD505-2E9C-101B-9397-08002B2CF9AE}" pid="9" name="ScaleCrop">
    <vt:bool>false</vt:bool>
  </property>
  <property fmtid="{D5CDD505-2E9C-101B-9397-08002B2CF9AE}" pid="10" name="ShareDoc">
    <vt:bool>false</vt:bool>
  </property>
  <property fmtid="{D5CDD505-2E9C-101B-9397-08002B2CF9AE}" pid="11" name="Slides">
    <vt:i4>21</vt:i4>
  </property>
  <property fmtid="{D5CDD505-2E9C-101B-9397-08002B2CF9AE}" pid="12" name="bjDocumentLabelXML">
    <vt:lpwstr>&lt;?xml version="1.0" encoding="us-ascii"?&gt;&lt;sisl xmlns:xsi="http://www.w3.org/2001/XMLSchema-instance" xmlns:xsd="http://www.w3.org/2001/XMLSchema" sislVersion="0" policy="753fb180-a0f1-47ee-bb6b-5956a4b631ac" origin="userSelected" xmlns="http://www.boldonj</vt:lpwstr>
  </property>
  <property fmtid="{D5CDD505-2E9C-101B-9397-08002B2CF9AE}" pid="13" name="bjDocumentLabelXML-0">
    <vt:lpwstr>ames.com/2008/01/sie/internal/label"&gt;&lt;element uid="id_classification_generalbusiness" value="" /&gt;&lt;element uid="28101b78-9dca-49f0-9bb7-5ad98141e387" value="" /&gt;&lt;/sisl&gt;</vt:lpwstr>
  </property>
  <property fmtid="{D5CDD505-2E9C-101B-9397-08002B2CF9AE}" pid="14" name="bjDocumentSecurityLabel">
    <vt:lpwstr>HAVELSAN ÖZEL</vt:lpwstr>
  </property>
  <property fmtid="{D5CDD505-2E9C-101B-9397-08002B2CF9AE}" pid="15" name="bjSaver">
    <vt:lpwstr>ZDNtN9c/qWNnkIzd9OE8XO8QdTsyh/T5</vt:lpwstr>
  </property>
  <property fmtid="{D5CDD505-2E9C-101B-9397-08002B2CF9AE}" pid="16" name="docIndexRef">
    <vt:lpwstr>e43bdb9d-8e7e-418f-b371-8201d7e3a178</vt:lpwstr>
  </property>
</Properties>
</file>